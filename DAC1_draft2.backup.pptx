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78" r:id="rId3"/>
    <p:sldId id="286" r:id="rId4"/>
    <p:sldId id="287" r:id="rId5"/>
    <p:sldId id="257" r:id="rId6"/>
    <p:sldId id="258" r:id="rId7"/>
    <p:sldId id="288" r:id="rId8"/>
    <p:sldId id="376" r:id="rId9"/>
    <p:sldId id="259" r:id="rId10"/>
    <p:sldId id="377" r:id="rId11"/>
    <p:sldId id="260" r:id="rId12"/>
    <p:sldId id="378" r:id="rId13"/>
    <p:sldId id="293" r:id="rId14"/>
    <p:sldId id="262" r:id="rId15"/>
    <p:sldId id="264" r:id="rId16"/>
    <p:sldId id="362" r:id="rId17"/>
    <p:sldId id="379" r:id="rId18"/>
    <p:sldId id="335" r:id="rId19"/>
    <p:sldId id="265" r:id="rId20"/>
    <p:sldId id="316" r:id="rId21"/>
    <p:sldId id="267" r:id="rId22"/>
    <p:sldId id="347" r:id="rId23"/>
    <p:sldId id="350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DDA0"/>
    <a:srgbClr val="D3AEE8"/>
    <a:srgbClr val="9999FF"/>
    <a:srgbClr val="9DC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65D80-78F9-4A7D-A589-8EB56CAB287D}" v="109" dt="2026-04-30T21:20:33.1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preet Kour" userId="bfaba7c6dce74e44" providerId="LiveId" clId="{559AFACA-AB64-4853-937D-7BC48A11ED69}"/>
    <pc:docChg chg="undo redo custSel addSld delSld modSld sldOrd">
      <pc:chgData name="Manpreet Kour" userId="bfaba7c6dce74e44" providerId="LiveId" clId="{559AFACA-AB64-4853-937D-7BC48A11ED69}" dt="2026-04-30T21:20:45.565" v="1934" actId="20577"/>
      <pc:docMkLst>
        <pc:docMk/>
      </pc:docMkLst>
      <pc:sldChg chg="addSp delSp modSp mod ord">
        <pc:chgData name="Manpreet Kour" userId="bfaba7c6dce74e44" providerId="LiveId" clId="{559AFACA-AB64-4853-937D-7BC48A11ED69}" dt="2026-04-28T14:10:56.811" v="659" actId="207"/>
        <pc:sldMkLst>
          <pc:docMk/>
          <pc:sldMk cId="3629028508" sldId="257"/>
        </pc:sldMkLst>
        <pc:spChg chg="add mod">
          <ac:chgData name="Manpreet Kour" userId="bfaba7c6dce74e44" providerId="LiveId" clId="{559AFACA-AB64-4853-937D-7BC48A11ED69}" dt="2026-04-28T14:10:56.811" v="659" actId="207"/>
          <ac:spMkLst>
            <pc:docMk/>
            <pc:sldMk cId="3629028508" sldId="257"/>
            <ac:spMk id="4" creationId="{6882678D-E5C6-11A1-050D-7592673B457B}"/>
          </ac:spMkLst>
        </pc:spChg>
        <pc:spChg chg="add mod">
          <ac:chgData name="Manpreet Kour" userId="bfaba7c6dce74e44" providerId="LiveId" clId="{559AFACA-AB64-4853-937D-7BC48A11ED69}" dt="2026-04-28T06:51:06.143" v="143" actId="114"/>
          <ac:spMkLst>
            <pc:docMk/>
            <pc:sldMk cId="3629028508" sldId="257"/>
            <ac:spMk id="5" creationId="{BE993F4C-8856-1062-BBEF-16A3B081D85C}"/>
          </ac:spMkLst>
        </pc:spChg>
        <pc:picChg chg="add mod">
          <ac:chgData name="Manpreet Kour" userId="bfaba7c6dce74e44" providerId="LiveId" clId="{559AFACA-AB64-4853-937D-7BC48A11ED69}" dt="2026-04-28T06:47:27.114" v="24" actId="1076"/>
          <ac:picMkLst>
            <pc:docMk/>
            <pc:sldMk cId="3629028508" sldId="257"/>
            <ac:picMk id="1028" creationId="{44D65BB8-8B6B-F848-8A63-75D6B61BA8A7}"/>
          </ac:picMkLst>
        </pc:picChg>
      </pc:sldChg>
      <pc:sldChg chg="addSp modSp mod ord setBg">
        <pc:chgData name="Manpreet Kour" userId="bfaba7c6dce74e44" providerId="LiveId" clId="{559AFACA-AB64-4853-937D-7BC48A11ED69}" dt="2026-04-28T14:11:03.331" v="660" actId="207"/>
        <pc:sldMkLst>
          <pc:docMk/>
          <pc:sldMk cId="3072774310" sldId="258"/>
        </pc:sldMkLst>
        <pc:spChg chg="add mod">
          <ac:chgData name="Manpreet Kour" userId="bfaba7c6dce74e44" providerId="LiveId" clId="{559AFACA-AB64-4853-937D-7BC48A11ED69}" dt="2026-04-28T14:11:03.331" v="660" actId="207"/>
          <ac:spMkLst>
            <pc:docMk/>
            <pc:sldMk cId="3072774310" sldId="258"/>
            <ac:spMk id="3" creationId="{23475895-DC64-4F24-0F8B-9D49DAEA6F3D}"/>
          </ac:spMkLst>
        </pc:spChg>
        <pc:spChg chg="add mod">
          <ac:chgData name="Manpreet Kour" userId="bfaba7c6dce74e44" providerId="LiveId" clId="{559AFACA-AB64-4853-937D-7BC48A11ED69}" dt="2026-04-28T06:54:17.939" v="173"/>
          <ac:spMkLst>
            <pc:docMk/>
            <pc:sldMk cId="3072774310" sldId="258"/>
            <ac:spMk id="4" creationId="{7845C4E2-C8C9-6528-8EEF-D2FC5A68A882}"/>
          </ac:spMkLst>
        </pc:spChg>
        <pc:picChg chg="add mod">
          <ac:chgData name="Manpreet Kour" userId="bfaba7c6dce74e44" providerId="LiveId" clId="{559AFACA-AB64-4853-937D-7BC48A11ED69}" dt="2026-04-28T13:25:00.361" v="180" actId="1076"/>
          <ac:picMkLst>
            <pc:docMk/>
            <pc:sldMk cId="3072774310" sldId="258"/>
            <ac:picMk id="2" creationId="{6C30736D-25C2-7E43-3869-36ACA393B2EF}"/>
          </ac:picMkLst>
        </pc:picChg>
      </pc:sldChg>
      <pc:sldChg chg="addSp delSp modSp mod modNotesTx">
        <pc:chgData name="Manpreet Kour" userId="bfaba7c6dce74e44" providerId="LiveId" clId="{559AFACA-AB64-4853-937D-7BC48A11ED69}" dt="2026-04-28T14:30:21.811" v="811" actId="1076"/>
        <pc:sldMkLst>
          <pc:docMk/>
          <pc:sldMk cId="3925467716" sldId="259"/>
        </pc:sldMkLst>
        <pc:spChg chg="add mod">
          <ac:chgData name="Manpreet Kour" userId="bfaba7c6dce74e44" providerId="LiveId" clId="{559AFACA-AB64-4853-937D-7BC48A11ED69}" dt="2026-04-28T14:24:46.661" v="751" actId="1076"/>
          <ac:spMkLst>
            <pc:docMk/>
            <pc:sldMk cId="3925467716" sldId="259"/>
            <ac:spMk id="4" creationId="{5CCFDAC8-B659-D44D-56D8-E57948B84D4D}"/>
          </ac:spMkLst>
        </pc:spChg>
        <pc:spChg chg="add mod">
          <ac:chgData name="Manpreet Kour" userId="bfaba7c6dce74e44" providerId="LiveId" clId="{559AFACA-AB64-4853-937D-7BC48A11ED69}" dt="2026-04-28T14:24:39.102" v="749" actId="1076"/>
          <ac:spMkLst>
            <pc:docMk/>
            <pc:sldMk cId="3925467716" sldId="259"/>
            <ac:spMk id="6" creationId="{CD04F232-280C-9094-C56B-7CC32273E9A5}"/>
          </ac:spMkLst>
        </pc:spChg>
        <pc:spChg chg="add mod">
          <ac:chgData name="Manpreet Kour" userId="bfaba7c6dce74e44" providerId="LiveId" clId="{559AFACA-AB64-4853-937D-7BC48A11ED69}" dt="2026-04-28T14:30:21.811" v="811" actId="1076"/>
          <ac:spMkLst>
            <pc:docMk/>
            <pc:sldMk cId="3925467716" sldId="259"/>
            <ac:spMk id="8" creationId="{222170C1-31EE-AE65-E525-98471D194B63}"/>
          </ac:spMkLst>
        </pc:spChg>
        <pc:picChg chg="add mod ord">
          <ac:chgData name="Manpreet Kour" userId="bfaba7c6dce74e44" providerId="LiveId" clId="{559AFACA-AB64-4853-937D-7BC48A11ED69}" dt="2026-04-28T14:24:28.482" v="747" actId="1076"/>
          <ac:picMkLst>
            <pc:docMk/>
            <pc:sldMk cId="3925467716" sldId="259"/>
            <ac:picMk id="3" creationId="{0D98F3F7-98BD-4DC0-277D-85B08578638C}"/>
          </ac:picMkLst>
        </pc:picChg>
        <pc:picChg chg="add mod modCrop">
          <ac:chgData name="Manpreet Kour" userId="bfaba7c6dce74e44" providerId="LiveId" clId="{559AFACA-AB64-4853-937D-7BC48A11ED69}" dt="2026-04-28T14:25:27.350" v="757" actId="1076"/>
          <ac:picMkLst>
            <pc:docMk/>
            <pc:sldMk cId="3925467716" sldId="259"/>
            <ac:picMk id="7" creationId="{2184AE66-AA6C-807C-D39C-C26A1AE7CC20}"/>
          </ac:picMkLst>
        </pc:picChg>
      </pc:sldChg>
      <pc:sldChg chg="addSp modSp mod">
        <pc:chgData name="Manpreet Kour" userId="bfaba7c6dce74e44" providerId="LiveId" clId="{559AFACA-AB64-4853-937D-7BC48A11ED69}" dt="2026-04-28T15:07:42.833" v="829" actId="1076"/>
        <pc:sldMkLst>
          <pc:docMk/>
          <pc:sldMk cId="2443157797" sldId="260"/>
        </pc:sldMkLst>
        <pc:spChg chg="add mod">
          <ac:chgData name="Manpreet Kour" userId="bfaba7c6dce74e44" providerId="LiveId" clId="{559AFACA-AB64-4853-937D-7BC48A11ED69}" dt="2026-04-28T15:07:25.779" v="827" actId="1076"/>
          <ac:spMkLst>
            <pc:docMk/>
            <pc:sldMk cId="2443157797" sldId="260"/>
            <ac:spMk id="3" creationId="{76BB1162-7677-580C-5BC1-8993C2EB3282}"/>
          </ac:spMkLst>
        </pc:spChg>
        <pc:spChg chg="add mod">
          <ac:chgData name="Manpreet Kour" userId="bfaba7c6dce74e44" providerId="LiveId" clId="{559AFACA-AB64-4853-937D-7BC48A11ED69}" dt="2026-04-28T15:06:42.176" v="821"/>
          <ac:spMkLst>
            <pc:docMk/>
            <pc:sldMk cId="2443157797" sldId="260"/>
            <ac:spMk id="4" creationId="{8B8C100F-F4EF-CB66-F255-AC3DC438AFD9}"/>
          </ac:spMkLst>
        </pc:spChg>
        <pc:picChg chg="add mod modCrop">
          <ac:chgData name="Manpreet Kour" userId="bfaba7c6dce74e44" providerId="LiveId" clId="{559AFACA-AB64-4853-937D-7BC48A11ED69}" dt="2026-04-28T15:07:42.833" v="829" actId="1076"/>
          <ac:picMkLst>
            <pc:docMk/>
            <pc:sldMk cId="2443157797" sldId="260"/>
            <ac:picMk id="2" creationId="{D06B2CB1-AB4C-B426-F487-EDC8B20B5180}"/>
          </ac:picMkLst>
        </pc:picChg>
      </pc:sldChg>
      <pc:sldChg chg="addSp delSp modSp mod ord modAnim">
        <pc:chgData name="Manpreet Kour" userId="bfaba7c6dce74e44" providerId="LiveId" clId="{559AFACA-AB64-4853-937D-7BC48A11ED69}" dt="2026-04-30T12:20:36.500" v="1183" actId="1076"/>
        <pc:sldMkLst>
          <pc:docMk/>
          <pc:sldMk cId="3945554088" sldId="267"/>
        </pc:sldMkLst>
        <pc:spChg chg="add mod">
          <ac:chgData name="Manpreet Kour" userId="bfaba7c6dce74e44" providerId="LiveId" clId="{559AFACA-AB64-4853-937D-7BC48A11ED69}" dt="2026-04-30T10:29:05.303" v="988" actId="14100"/>
          <ac:spMkLst>
            <pc:docMk/>
            <pc:sldMk cId="3945554088" sldId="267"/>
            <ac:spMk id="6" creationId="{3005AB1A-45F0-47F4-6E0A-8522D347AA35}"/>
          </ac:spMkLst>
        </pc:spChg>
        <pc:spChg chg="add mod">
          <ac:chgData name="Manpreet Kour" userId="bfaba7c6dce74e44" providerId="LiveId" clId="{559AFACA-AB64-4853-937D-7BC48A11ED69}" dt="2026-04-30T12:19:06.364" v="1168" actId="14100"/>
          <ac:spMkLst>
            <pc:docMk/>
            <pc:sldMk cId="3945554088" sldId="267"/>
            <ac:spMk id="12" creationId="{C837A773-846A-130E-F648-902193C26BEF}"/>
          </ac:spMkLst>
        </pc:spChg>
        <pc:spChg chg="add mod">
          <ac:chgData name="Manpreet Kour" userId="bfaba7c6dce74e44" providerId="LiveId" clId="{559AFACA-AB64-4853-937D-7BC48A11ED69}" dt="2026-04-30T12:20:17.827" v="1180" actId="1076"/>
          <ac:spMkLst>
            <pc:docMk/>
            <pc:sldMk cId="3945554088" sldId="267"/>
            <ac:spMk id="13" creationId="{06D079FB-4FD6-FA8E-05DE-6F8AC3A9E24D}"/>
          </ac:spMkLst>
        </pc:spChg>
        <pc:grpChg chg="add mod">
          <ac:chgData name="Manpreet Kour" userId="bfaba7c6dce74e44" providerId="LiveId" clId="{559AFACA-AB64-4853-937D-7BC48A11ED69}" dt="2026-04-30T12:20:36.500" v="1183" actId="1076"/>
          <ac:grpSpMkLst>
            <pc:docMk/>
            <pc:sldMk cId="3945554088" sldId="267"/>
            <ac:grpSpMk id="9" creationId="{80E642D2-3FC5-5518-4B42-2008CA9596C2}"/>
          </ac:grpSpMkLst>
        </pc:grpChg>
        <pc:picChg chg="add del mod modCrop">
          <ac:chgData name="Manpreet Kour" userId="bfaba7c6dce74e44" providerId="LiveId" clId="{559AFACA-AB64-4853-937D-7BC48A11ED69}" dt="2026-04-30T10:24:05.403" v="839" actId="478"/>
          <ac:picMkLst>
            <pc:docMk/>
            <pc:sldMk cId="3945554088" sldId="267"/>
            <ac:picMk id="3" creationId="{D198F62B-7E70-6D6A-308A-BFFAFF99E72D}"/>
          </ac:picMkLst>
        </pc:picChg>
        <pc:picChg chg="add mod modCrop">
          <ac:chgData name="Manpreet Kour" userId="bfaba7c6dce74e44" providerId="LiveId" clId="{559AFACA-AB64-4853-937D-7BC48A11ED69}" dt="2026-04-30T11:50:49.554" v="1013" actId="164"/>
          <ac:picMkLst>
            <pc:docMk/>
            <pc:sldMk cId="3945554088" sldId="267"/>
            <ac:picMk id="5" creationId="{D47C9B57-6D66-8048-F5B7-13312506CF73}"/>
          </ac:picMkLst>
        </pc:picChg>
        <pc:picChg chg="add mod modCrop">
          <ac:chgData name="Manpreet Kour" userId="bfaba7c6dce74e44" providerId="LiveId" clId="{559AFACA-AB64-4853-937D-7BC48A11ED69}" dt="2026-04-30T11:50:49.554" v="1013" actId="164"/>
          <ac:picMkLst>
            <pc:docMk/>
            <pc:sldMk cId="3945554088" sldId="267"/>
            <ac:picMk id="8" creationId="{E4280405-BAC0-C759-5978-E0010F2F8FA2}"/>
          </ac:picMkLst>
        </pc:picChg>
        <pc:picChg chg="add mod modCrop">
          <ac:chgData name="Manpreet Kour" userId="bfaba7c6dce74e44" providerId="LiveId" clId="{559AFACA-AB64-4853-937D-7BC48A11ED69}" dt="2026-04-30T12:20:17.827" v="1180" actId="1076"/>
          <ac:picMkLst>
            <pc:docMk/>
            <pc:sldMk cId="3945554088" sldId="267"/>
            <ac:picMk id="11" creationId="{BC290F14-E8B9-EE96-CFD7-2A0EB6AF1A83}"/>
          </ac:picMkLst>
        </pc:picChg>
      </pc:sldChg>
      <pc:sldChg chg="addSp delSp modSp mod">
        <pc:chgData name="Manpreet Kour" userId="bfaba7c6dce74e44" providerId="LiveId" clId="{559AFACA-AB64-4853-937D-7BC48A11ED69}" dt="2026-04-30T20:09:15.206" v="1581" actId="20577"/>
        <pc:sldMkLst>
          <pc:docMk/>
          <pc:sldMk cId="2977267601" sldId="268"/>
        </pc:sldMkLst>
        <pc:spChg chg="add mod">
          <ac:chgData name="Manpreet Kour" userId="bfaba7c6dce74e44" providerId="LiveId" clId="{559AFACA-AB64-4853-937D-7BC48A11ED69}" dt="2026-04-30T11:50:03.758" v="1012"/>
          <ac:spMkLst>
            <pc:docMk/>
            <pc:sldMk cId="2977267601" sldId="268"/>
            <ac:spMk id="2" creationId="{EF133EBF-B14F-4FD7-147C-82EB52060EDE}"/>
          </ac:spMkLst>
        </pc:spChg>
        <pc:spChg chg="add del mod">
          <ac:chgData name="Manpreet Kour" userId="bfaba7c6dce74e44" providerId="LiveId" clId="{559AFACA-AB64-4853-937D-7BC48A11ED69}" dt="2026-04-30T13:53:24.296" v="1537" actId="478"/>
          <ac:spMkLst>
            <pc:docMk/>
            <pc:sldMk cId="2977267601" sldId="268"/>
            <ac:spMk id="3" creationId="{7FDA9848-D221-9CEA-3681-6C73FDC6CA6C}"/>
          </ac:spMkLst>
        </pc:spChg>
        <pc:spChg chg="add mod">
          <ac:chgData name="Manpreet Kour" userId="bfaba7c6dce74e44" providerId="LiveId" clId="{559AFACA-AB64-4853-937D-7BC48A11ED69}" dt="2026-04-30T20:09:15.206" v="1581" actId="20577"/>
          <ac:spMkLst>
            <pc:docMk/>
            <pc:sldMk cId="2977267601" sldId="268"/>
            <ac:spMk id="7" creationId="{100D74A4-9582-625C-817C-4F0387F57781}"/>
          </ac:spMkLst>
        </pc:spChg>
        <pc:spChg chg="add mod">
          <ac:chgData name="Manpreet Kour" userId="bfaba7c6dce74e44" providerId="LiveId" clId="{559AFACA-AB64-4853-937D-7BC48A11ED69}" dt="2026-04-30T13:53:21.594" v="1536"/>
          <ac:spMkLst>
            <pc:docMk/>
            <pc:sldMk cId="2977267601" sldId="268"/>
            <ac:spMk id="8" creationId="{35E83A89-7276-0E65-6A3B-36872B2DFFD2}"/>
          </ac:spMkLst>
        </pc:spChg>
        <pc:graphicFrameChg chg="add mod modGraphic">
          <ac:chgData name="Manpreet Kour" userId="bfaba7c6dce74e44" providerId="LiveId" clId="{559AFACA-AB64-4853-937D-7BC48A11ED69}" dt="2026-04-30T13:53:28.828" v="1538" actId="1076"/>
          <ac:graphicFrameMkLst>
            <pc:docMk/>
            <pc:sldMk cId="2977267601" sldId="268"/>
            <ac:graphicFrameMk id="4" creationId="{C21CC45D-17EC-6B6B-87FA-F5B0F863C228}"/>
          </ac:graphicFrameMkLst>
        </pc:graphicFrameChg>
        <pc:picChg chg="add del mod">
          <ac:chgData name="Manpreet Kour" userId="bfaba7c6dce74e44" providerId="LiveId" clId="{559AFACA-AB64-4853-937D-7BC48A11ED69}" dt="2026-04-30T12:32:41.214" v="1412" actId="478"/>
          <ac:picMkLst>
            <pc:docMk/>
            <pc:sldMk cId="2977267601" sldId="268"/>
            <ac:picMk id="6" creationId="{E0981783-FB24-E8EE-2660-C6B26F3922B5}"/>
          </ac:picMkLst>
        </pc:picChg>
      </pc:sldChg>
      <pc:sldChg chg="addSp delSp modSp mod">
        <pc:chgData name="Manpreet Kour" userId="bfaba7c6dce74e44" providerId="LiveId" clId="{559AFACA-AB64-4853-937D-7BC48A11ED69}" dt="2026-04-30T13:53:18.197" v="1535" actId="1076"/>
        <pc:sldMkLst>
          <pc:docMk/>
          <pc:sldMk cId="1520942536" sldId="269"/>
        </pc:sldMkLst>
        <pc:spChg chg="add mod">
          <ac:chgData name="Manpreet Kour" userId="bfaba7c6dce74e44" providerId="LiveId" clId="{559AFACA-AB64-4853-937D-7BC48A11ED69}" dt="2026-04-30T12:35:33.448" v="1502"/>
          <ac:spMkLst>
            <pc:docMk/>
            <pc:sldMk cId="1520942536" sldId="269"/>
            <ac:spMk id="2" creationId="{B6931E83-746B-6D33-ACDA-CFC5D698997E}"/>
          </ac:spMkLst>
        </pc:spChg>
        <pc:spChg chg="add mod">
          <ac:chgData name="Manpreet Kour" userId="bfaba7c6dce74e44" providerId="LiveId" clId="{559AFACA-AB64-4853-937D-7BC48A11ED69}" dt="2026-04-30T13:53:18.197" v="1535" actId="1076"/>
          <ac:spMkLst>
            <pc:docMk/>
            <pc:sldMk cId="1520942536" sldId="269"/>
            <ac:spMk id="13" creationId="{98F8EC8C-780D-C046-6FF5-779A30C9FC83}"/>
          </ac:spMkLst>
        </pc:spChg>
        <pc:picChg chg="add del mod">
          <ac:chgData name="Manpreet Kour" userId="bfaba7c6dce74e44" providerId="LiveId" clId="{559AFACA-AB64-4853-937D-7BC48A11ED69}" dt="2026-04-30T13:46:58.135" v="1508" actId="478"/>
          <ac:picMkLst>
            <pc:docMk/>
            <pc:sldMk cId="1520942536" sldId="269"/>
            <ac:picMk id="4" creationId="{38C2071C-1F1E-51A0-4F1F-2D761642924B}"/>
          </ac:picMkLst>
        </pc:picChg>
        <pc:picChg chg="add del mod modCrop">
          <ac:chgData name="Manpreet Kour" userId="bfaba7c6dce74e44" providerId="LiveId" clId="{559AFACA-AB64-4853-937D-7BC48A11ED69}" dt="2026-04-30T13:47:53.729" v="1514" actId="478"/>
          <ac:picMkLst>
            <pc:docMk/>
            <pc:sldMk cId="1520942536" sldId="269"/>
            <ac:picMk id="6" creationId="{11C6D955-FEB5-972A-C957-5C6FFE16CAC1}"/>
          </ac:picMkLst>
        </pc:picChg>
        <pc:picChg chg="add del mod modCrop">
          <ac:chgData name="Manpreet Kour" userId="bfaba7c6dce74e44" providerId="LiveId" clId="{559AFACA-AB64-4853-937D-7BC48A11ED69}" dt="2026-04-30T13:51:14.769" v="1525" actId="478"/>
          <ac:picMkLst>
            <pc:docMk/>
            <pc:sldMk cId="1520942536" sldId="269"/>
            <ac:picMk id="8" creationId="{2FCCEC5A-1D74-130B-FB80-1E3C3090E551}"/>
          </ac:picMkLst>
        </pc:picChg>
        <pc:picChg chg="add del mod">
          <ac:chgData name="Manpreet Kour" userId="bfaba7c6dce74e44" providerId="LiveId" clId="{559AFACA-AB64-4853-937D-7BC48A11ED69}" dt="2026-04-30T13:52:44.547" v="1530" actId="478"/>
          <ac:picMkLst>
            <pc:docMk/>
            <pc:sldMk cId="1520942536" sldId="269"/>
            <ac:picMk id="10" creationId="{89B676E1-7B59-9BC0-A220-47E567A45392}"/>
          </ac:picMkLst>
        </pc:picChg>
        <pc:picChg chg="add mod">
          <ac:chgData name="Manpreet Kour" userId="bfaba7c6dce74e44" providerId="LiveId" clId="{559AFACA-AB64-4853-937D-7BC48A11ED69}" dt="2026-04-30T13:53:14.962" v="1534" actId="1076"/>
          <ac:picMkLst>
            <pc:docMk/>
            <pc:sldMk cId="1520942536" sldId="269"/>
            <ac:picMk id="12" creationId="{84D21C9C-1805-EC33-2580-A32165C535FC}"/>
          </ac:picMkLst>
        </pc:picChg>
      </pc:sldChg>
      <pc:sldChg chg="addSp delSp modSp mod">
        <pc:chgData name="Manpreet Kour" userId="bfaba7c6dce74e44" providerId="LiveId" clId="{559AFACA-AB64-4853-937D-7BC48A11ED69}" dt="2026-04-30T20:31:02.231" v="1605" actId="1076"/>
        <pc:sldMkLst>
          <pc:docMk/>
          <pc:sldMk cId="1905438506" sldId="270"/>
        </pc:sldMkLst>
        <pc:spChg chg="add mod">
          <ac:chgData name="Manpreet Kour" userId="bfaba7c6dce74e44" providerId="LiveId" clId="{559AFACA-AB64-4853-937D-7BC48A11ED69}" dt="2026-04-30T20:15:16.101" v="1583"/>
          <ac:spMkLst>
            <pc:docMk/>
            <pc:sldMk cId="1905438506" sldId="270"/>
            <ac:spMk id="4" creationId="{A8D28971-F503-29F3-CAE0-864D7BC6F0AC}"/>
          </ac:spMkLst>
        </pc:spChg>
        <pc:spChg chg="add del mod">
          <ac:chgData name="Manpreet Kour" userId="bfaba7c6dce74e44" providerId="LiveId" clId="{559AFACA-AB64-4853-937D-7BC48A11ED69}" dt="2026-04-30T20:29:14.764" v="1597" actId="478"/>
          <ac:spMkLst>
            <pc:docMk/>
            <pc:sldMk cId="1905438506" sldId="270"/>
            <ac:spMk id="5" creationId="{56BE6847-3575-CDE2-7E17-206871EE29AC}"/>
          </ac:spMkLst>
        </pc:spChg>
        <pc:picChg chg="add del mod">
          <ac:chgData name="Manpreet Kour" userId="bfaba7c6dce74e44" providerId="LiveId" clId="{559AFACA-AB64-4853-937D-7BC48A11ED69}" dt="2026-04-30T20:29:04.151" v="1593" actId="478"/>
          <ac:picMkLst>
            <pc:docMk/>
            <pc:sldMk cId="1905438506" sldId="270"/>
            <ac:picMk id="3" creationId="{FF72CA8A-06B7-2C1A-354E-8FE0830CD95A}"/>
          </ac:picMkLst>
        </pc:picChg>
        <pc:picChg chg="add del mod">
          <ac:chgData name="Manpreet Kour" userId="bfaba7c6dce74e44" providerId="LiveId" clId="{559AFACA-AB64-4853-937D-7BC48A11ED69}" dt="2026-04-30T20:29:05.687" v="1594" actId="478"/>
          <ac:picMkLst>
            <pc:docMk/>
            <pc:sldMk cId="1905438506" sldId="270"/>
            <ac:picMk id="7" creationId="{138C77A1-2D87-590C-8C05-B0D21526DACE}"/>
          </ac:picMkLst>
        </pc:picChg>
        <pc:picChg chg="add mod">
          <ac:chgData name="Manpreet Kour" userId="bfaba7c6dce74e44" providerId="LiveId" clId="{559AFACA-AB64-4853-937D-7BC48A11ED69}" dt="2026-04-30T20:29:28.353" v="1599" actId="1076"/>
          <ac:picMkLst>
            <pc:docMk/>
            <pc:sldMk cId="1905438506" sldId="270"/>
            <ac:picMk id="9" creationId="{66AB833C-485E-89D9-271E-67B7E0933B78}"/>
          </ac:picMkLst>
        </pc:picChg>
        <pc:cxnChg chg="add mod">
          <ac:chgData name="Manpreet Kour" userId="bfaba7c6dce74e44" providerId="LiveId" clId="{559AFACA-AB64-4853-937D-7BC48A11ED69}" dt="2026-04-30T20:31:02.231" v="1605" actId="1076"/>
          <ac:cxnSpMkLst>
            <pc:docMk/>
            <pc:sldMk cId="1905438506" sldId="270"/>
            <ac:cxnSpMk id="11" creationId="{481E1BAB-EB0E-9F78-8D9A-CDD1EA77368A}"/>
          </ac:cxnSpMkLst>
        </pc:cxnChg>
      </pc:sldChg>
      <pc:sldChg chg="addSp delSp modSp mod">
        <pc:chgData name="Manpreet Kour" userId="bfaba7c6dce74e44" providerId="LiveId" clId="{559AFACA-AB64-4853-937D-7BC48A11ED69}" dt="2026-04-30T21:20:45.565" v="1934" actId="20577"/>
        <pc:sldMkLst>
          <pc:docMk/>
          <pc:sldMk cId="4246871803" sldId="271"/>
        </pc:sldMkLst>
        <pc:spChg chg="add mod">
          <ac:chgData name="Manpreet Kour" userId="bfaba7c6dce74e44" providerId="LiveId" clId="{559AFACA-AB64-4853-937D-7BC48A11ED69}" dt="2026-04-30T20:52:37.724" v="1610" actId="20577"/>
          <ac:spMkLst>
            <pc:docMk/>
            <pc:sldMk cId="4246871803" sldId="271"/>
            <ac:spMk id="4" creationId="{43DA651B-3F0D-CA44-3BCB-AE8B24F81AD9}"/>
          </ac:spMkLst>
        </pc:spChg>
        <pc:spChg chg="add mod">
          <ac:chgData name="Manpreet Kour" userId="bfaba7c6dce74e44" providerId="LiveId" clId="{559AFACA-AB64-4853-937D-7BC48A11ED69}" dt="2026-04-30T20:55:18.842" v="1652" actId="1076"/>
          <ac:spMkLst>
            <pc:docMk/>
            <pc:sldMk cId="4246871803" sldId="271"/>
            <ac:spMk id="5" creationId="{5FA6598C-C30E-6516-AF6F-51C217C8B795}"/>
          </ac:spMkLst>
        </pc:spChg>
        <pc:spChg chg="add mod">
          <ac:chgData name="Manpreet Kour" userId="bfaba7c6dce74e44" providerId="LiveId" clId="{559AFACA-AB64-4853-937D-7BC48A11ED69}" dt="2026-04-30T20:56:02.949" v="1674" actId="1076"/>
          <ac:spMkLst>
            <pc:docMk/>
            <pc:sldMk cId="4246871803" sldId="271"/>
            <ac:spMk id="6" creationId="{24028C88-A297-084A-F118-A3DF214D760A}"/>
          </ac:spMkLst>
        </pc:spChg>
        <pc:spChg chg="add mod">
          <ac:chgData name="Manpreet Kour" userId="bfaba7c6dce74e44" providerId="LiveId" clId="{559AFACA-AB64-4853-937D-7BC48A11ED69}" dt="2026-04-30T21:12:37.922" v="1698" actId="1076"/>
          <ac:spMkLst>
            <pc:docMk/>
            <pc:sldMk cId="4246871803" sldId="271"/>
            <ac:spMk id="7" creationId="{90371D84-540F-88EB-681C-B81EEC1DB987}"/>
          </ac:spMkLst>
        </pc:spChg>
        <pc:spChg chg="add mod">
          <ac:chgData name="Manpreet Kour" userId="bfaba7c6dce74e44" providerId="LiveId" clId="{559AFACA-AB64-4853-937D-7BC48A11ED69}" dt="2026-04-30T21:14:22.811" v="1806" actId="1076"/>
          <ac:spMkLst>
            <pc:docMk/>
            <pc:sldMk cId="4246871803" sldId="271"/>
            <ac:spMk id="8" creationId="{683737F6-A8F8-C9B4-2ABE-E80C5155B377}"/>
          </ac:spMkLst>
        </pc:spChg>
        <pc:spChg chg="add mod">
          <ac:chgData name="Manpreet Kour" userId="bfaba7c6dce74e44" providerId="LiveId" clId="{559AFACA-AB64-4853-937D-7BC48A11ED69}" dt="2026-04-30T21:14:50.535" v="1841" actId="20577"/>
          <ac:spMkLst>
            <pc:docMk/>
            <pc:sldMk cId="4246871803" sldId="271"/>
            <ac:spMk id="9" creationId="{D8E4B0CD-1837-AA8A-B388-8FFBD7D8592A}"/>
          </ac:spMkLst>
        </pc:spChg>
        <pc:spChg chg="add mod">
          <ac:chgData name="Manpreet Kour" userId="bfaba7c6dce74e44" providerId="LiveId" clId="{559AFACA-AB64-4853-937D-7BC48A11ED69}" dt="2026-04-30T21:16:41.030" v="1862" actId="122"/>
          <ac:spMkLst>
            <pc:docMk/>
            <pc:sldMk cId="4246871803" sldId="271"/>
            <ac:spMk id="10" creationId="{E308233B-1D52-0336-E16E-344FA01FD92F}"/>
          </ac:spMkLst>
        </pc:spChg>
        <pc:spChg chg="add mod">
          <ac:chgData name="Manpreet Kour" userId="bfaba7c6dce74e44" providerId="LiveId" clId="{559AFACA-AB64-4853-937D-7BC48A11ED69}" dt="2026-04-30T21:19:20.650" v="1909" actId="207"/>
          <ac:spMkLst>
            <pc:docMk/>
            <pc:sldMk cId="4246871803" sldId="271"/>
            <ac:spMk id="13" creationId="{3602A599-CE69-105D-428A-CFC8EDB49404}"/>
          </ac:spMkLst>
        </pc:spChg>
        <pc:spChg chg="add del mod">
          <ac:chgData name="Manpreet Kour" userId="bfaba7c6dce74e44" providerId="LiveId" clId="{559AFACA-AB64-4853-937D-7BC48A11ED69}" dt="2026-04-30T21:18:21.607" v="1905" actId="478"/>
          <ac:spMkLst>
            <pc:docMk/>
            <pc:sldMk cId="4246871803" sldId="271"/>
            <ac:spMk id="14" creationId="{2A5A7EB8-94A1-7974-2581-4342D64DDC56}"/>
          </ac:spMkLst>
        </pc:spChg>
        <pc:spChg chg="add mod">
          <ac:chgData name="Manpreet Kour" userId="bfaba7c6dce74e44" providerId="LiveId" clId="{559AFACA-AB64-4853-937D-7BC48A11ED69}" dt="2026-04-30T21:19:49.122" v="1918" actId="113"/>
          <ac:spMkLst>
            <pc:docMk/>
            <pc:sldMk cId="4246871803" sldId="271"/>
            <ac:spMk id="17" creationId="{4F65272A-69EC-5826-6B0F-4C856E67A6AA}"/>
          </ac:spMkLst>
        </pc:spChg>
        <pc:spChg chg="add mod">
          <ac:chgData name="Manpreet Kour" userId="bfaba7c6dce74e44" providerId="LiveId" clId="{559AFACA-AB64-4853-937D-7BC48A11ED69}" dt="2026-04-30T21:20:05.401" v="1922" actId="1076"/>
          <ac:spMkLst>
            <pc:docMk/>
            <pc:sldMk cId="4246871803" sldId="271"/>
            <ac:spMk id="18" creationId="{8F452D12-33CE-AAE1-BFE7-880DE72E9FDF}"/>
          </ac:spMkLst>
        </pc:spChg>
        <pc:spChg chg="add mod">
          <ac:chgData name="Manpreet Kour" userId="bfaba7c6dce74e44" providerId="LiveId" clId="{559AFACA-AB64-4853-937D-7BC48A11ED69}" dt="2026-04-30T21:20:45.565" v="1934" actId="20577"/>
          <ac:spMkLst>
            <pc:docMk/>
            <pc:sldMk cId="4246871803" sldId="271"/>
            <ac:spMk id="19" creationId="{1247BD60-8125-AFEC-3295-EEEEFC014E80}"/>
          </ac:spMkLst>
        </pc:spChg>
        <pc:spChg chg="add mod">
          <ac:chgData name="Manpreet Kour" userId="bfaba7c6dce74e44" providerId="LiveId" clId="{559AFACA-AB64-4853-937D-7BC48A11ED69}" dt="2026-04-30T21:20:11.587" v="1924" actId="1076"/>
          <ac:spMkLst>
            <pc:docMk/>
            <pc:sldMk cId="4246871803" sldId="271"/>
            <ac:spMk id="20" creationId="{4C1F05FD-9ED9-81E0-F500-80641005CD06}"/>
          </ac:spMkLst>
        </pc:spChg>
        <pc:spChg chg="add mod">
          <ac:chgData name="Manpreet Kour" userId="bfaba7c6dce74e44" providerId="LiveId" clId="{559AFACA-AB64-4853-937D-7BC48A11ED69}" dt="2026-04-30T21:20:25.399" v="1928" actId="1076"/>
          <ac:spMkLst>
            <pc:docMk/>
            <pc:sldMk cId="4246871803" sldId="271"/>
            <ac:spMk id="21" creationId="{37150962-07F0-2D68-843B-53EFC972FC55}"/>
          </ac:spMkLst>
        </pc:spChg>
        <pc:spChg chg="add mod">
          <ac:chgData name="Manpreet Kour" userId="bfaba7c6dce74e44" providerId="LiveId" clId="{559AFACA-AB64-4853-937D-7BC48A11ED69}" dt="2026-04-30T21:20:32.133" v="1930" actId="1076"/>
          <ac:spMkLst>
            <pc:docMk/>
            <pc:sldMk cId="4246871803" sldId="271"/>
            <ac:spMk id="22" creationId="{4BD4C9B4-81C6-D93E-9C39-A6AA1E30779E}"/>
          </ac:spMkLst>
        </pc:spChg>
        <pc:spChg chg="add mod">
          <ac:chgData name="Manpreet Kour" userId="bfaba7c6dce74e44" providerId="LiveId" clId="{559AFACA-AB64-4853-937D-7BC48A11ED69}" dt="2026-04-30T21:20:37.915" v="1932" actId="1076"/>
          <ac:spMkLst>
            <pc:docMk/>
            <pc:sldMk cId="4246871803" sldId="271"/>
            <ac:spMk id="23" creationId="{D30AB2C0-C427-2F2F-9B3D-5BFE2F371575}"/>
          </ac:spMkLst>
        </pc:spChg>
        <pc:picChg chg="add mod">
          <ac:chgData name="Manpreet Kour" userId="bfaba7c6dce74e44" providerId="LiveId" clId="{559AFACA-AB64-4853-937D-7BC48A11ED69}" dt="2026-04-30T21:14:20.203" v="1805" actId="1076"/>
          <ac:picMkLst>
            <pc:docMk/>
            <pc:sldMk cId="4246871803" sldId="271"/>
            <ac:picMk id="3" creationId="{000AEA00-3ABB-D7B2-F806-CB762E41D93D}"/>
          </ac:picMkLst>
        </pc:picChg>
        <pc:picChg chg="add mod modCrop">
          <ac:chgData name="Manpreet Kour" userId="bfaba7c6dce74e44" providerId="LiveId" clId="{559AFACA-AB64-4853-937D-7BC48A11ED69}" dt="2026-04-30T21:16:52.522" v="1863" actId="732"/>
          <ac:picMkLst>
            <pc:docMk/>
            <pc:sldMk cId="4246871803" sldId="271"/>
            <ac:picMk id="12" creationId="{8ED49335-BEDA-3AD3-5E15-63C9B4C1EBB0}"/>
          </ac:picMkLst>
        </pc:picChg>
        <pc:picChg chg="add mod">
          <ac:chgData name="Manpreet Kour" userId="bfaba7c6dce74e44" providerId="LiveId" clId="{559AFACA-AB64-4853-937D-7BC48A11ED69}" dt="2026-04-30T21:20:16.489" v="1927" actId="1076"/>
          <ac:picMkLst>
            <pc:docMk/>
            <pc:sldMk cId="4246871803" sldId="271"/>
            <ac:picMk id="16" creationId="{AD103D91-9901-D451-ECCC-470760A26A44}"/>
          </ac:picMkLst>
        </pc:picChg>
      </pc:sldChg>
      <pc:sldChg chg="add del">
        <pc:chgData name="Manpreet Kour" userId="bfaba7c6dce74e44" providerId="LiveId" clId="{559AFACA-AB64-4853-937D-7BC48A11ED69}" dt="2026-04-28T06:07:14.158" v="1"/>
        <pc:sldMkLst>
          <pc:docMk/>
          <pc:sldMk cId="3798285796" sldId="278"/>
        </pc:sldMkLst>
      </pc:sldChg>
      <pc:sldChg chg="modSp add del mod setBg">
        <pc:chgData name="Manpreet Kour" userId="bfaba7c6dce74e44" providerId="LiveId" clId="{559AFACA-AB64-4853-937D-7BC48A11ED69}" dt="2026-04-28T14:10:42.649" v="657" actId="207"/>
        <pc:sldMkLst>
          <pc:docMk/>
          <pc:sldMk cId="798808685" sldId="286"/>
        </pc:sldMkLst>
        <pc:spChg chg="mod">
          <ac:chgData name="Manpreet Kour" userId="bfaba7c6dce74e44" providerId="LiveId" clId="{559AFACA-AB64-4853-937D-7BC48A11ED69}" dt="2026-04-28T14:10:42.649" v="657" actId="207"/>
          <ac:spMkLst>
            <pc:docMk/>
            <pc:sldMk cId="798808685" sldId="286"/>
            <ac:spMk id="4" creationId="{76C4BFB9-8621-7D2F-73E7-F7E1AA99BC2E}"/>
          </ac:spMkLst>
        </pc:spChg>
      </pc:sldChg>
      <pc:sldChg chg="modSp add del mod">
        <pc:chgData name="Manpreet Kour" userId="bfaba7c6dce74e44" providerId="LiveId" clId="{559AFACA-AB64-4853-937D-7BC48A11ED69}" dt="2026-04-28T14:10:50.565" v="658" actId="207"/>
        <pc:sldMkLst>
          <pc:docMk/>
          <pc:sldMk cId="335284303" sldId="287"/>
        </pc:sldMkLst>
        <pc:spChg chg="mod">
          <ac:chgData name="Manpreet Kour" userId="bfaba7c6dce74e44" providerId="LiveId" clId="{559AFACA-AB64-4853-937D-7BC48A11ED69}" dt="2026-04-28T14:10:50.565" v="658" actId="207"/>
          <ac:spMkLst>
            <pc:docMk/>
            <pc:sldMk cId="335284303" sldId="287"/>
            <ac:spMk id="6" creationId="{CD36B417-933C-615B-B7D0-A834FD7B4781}"/>
          </ac:spMkLst>
        </pc:spChg>
      </pc:sldChg>
      <pc:sldChg chg="addSp modSp add del mod modTransition setBg">
        <pc:chgData name="Manpreet Kour" userId="bfaba7c6dce74e44" providerId="LiveId" clId="{559AFACA-AB64-4853-937D-7BC48A11ED69}" dt="2026-04-28T14:11:09.503" v="661" actId="207"/>
        <pc:sldMkLst>
          <pc:docMk/>
          <pc:sldMk cId="3121656092" sldId="288"/>
        </pc:sldMkLst>
        <pc:spChg chg="mod">
          <ac:chgData name="Manpreet Kour" userId="bfaba7c6dce74e44" providerId="LiveId" clId="{559AFACA-AB64-4853-937D-7BC48A11ED69}" dt="2026-04-28T14:11:09.503" v="661" actId="207"/>
          <ac:spMkLst>
            <pc:docMk/>
            <pc:sldMk cId="3121656092" sldId="288"/>
            <ac:spMk id="3" creationId="{C1D864E2-1608-8EB6-6087-E790CA697F19}"/>
          </ac:spMkLst>
        </pc:spChg>
        <pc:spChg chg="mod">
          <ac:chgData name="Manpreet Kour" userId="bfaba7c6dce74e44" providerId="LiveId" clId="{559AFACA-AB64-4853-937D-7BC48A11ED69}" dt="2026-04-28T06:51:32.342" v="146" actId="1076"/>
          <ac:spMkLst>
            <pc:docMk/>
            <pc:sldMk cId="3121656092" sldId="288"/>
            <ac:spMk id="4" creationId="{09213E90-9DB1-D828-220E-A4194E0D43FE}"/>
          </ac:spMkLst>
        </pc:spChg>
        <pc:spChg chg="add mod">
          <ac:chgData name="Manpreet Kour" userId="bfaba7c6dce74e44" providerId="LiveId" clId="{559AFACA-AB64-4853-937D-7BC48A11ED69}" dt="2026-04-28T13:29:58.857" v="234" actId="1076"/>
          <ac:spMkLst>
            <pc:docMk/>
            <pc:sldMk cId="3121656092" sldId="288"/>
            <ac:spMk id="6" creationId="{F7D79B54-C388-E546-1C97-42CBC8335C77}"/>
          </ac:spMkLst>
        </pc:spChg>
        <pc:picChg chg="mod">
          <ac:chgData name="Manpreet Kour" userId="bfaba7c6dce74e44" providerId="LiveId" clId="{559AFACA-AB64-4853-937D-7BC48A11ED69}" dt="2026-04-28T13:25:05.604" v="181" actId="14100"/>
          <ac:picMkLst>
            <pc:docMk/>
            <pc:sldMk cId="3121656092" sldId="288"/>
            <ac:picMk id="2" creationId="{4908FC23-C8A4-9152-C8FF-B1446FD4704B}"/>
          </ac:picMkLst>
        </pc:picChg>
        <pc:picChg chg="add mod modCrop">
          <ac:chgData name="Manpreet Kour" userId="bfaba7c6dce74e44" providerId="LiveId" clId="{559AFACA-AB64-4853-937D-7BC48A11ED69}" dt="2026-04-28T13:25:14.266" v="183" actId="1076"/>
          <ac:picMkLst>
            <pc:docMk/>
            <pc:sldMk cId="3121656092" sldId="288"/>
            <ac:picMk id="5" creationId="{78240494-E3F4-823B-99A1-10D700D1BB3F}"/>
          </ac:picMkLst>
        </pc:picChg>
      </pc:sldChg>
      <pc:sldChg chg="modSp mod">
        <pc:chgData name="Manpreet Kour" userId="bfaba7c6dce74e44" providerId="LiveId" clId="{559AFACA-AB64-4853-937D-7BC48A11ED69}" dt="2026-04-30T12:20:27.510" v="1181" actId="1036"/>
        <pc:sldMkLst>
          <pc:docMk/>
          <pc:sldMk cId="1563434463" sldId="316"/>
        </pc:sldMkLst>
        <pc:spChg chg="mod">
          <ac:chgData name="Manpreet Kour" userId="bfaba7c6dce74e44" providerId="LiveId" clId="{559AFACA-AB64-4853-937D-7BC48A11ED69}" dt="2026-04-30T09:55:35.844" v="834" actId="1076"/>
          <ac:spMkLst>
            <pc:docMk/>
            <pc:sldMk cId="1563434463" sldId="316"/>
            <ac:spMk id="3" creationId="{05DBE5B3-8824-1115-79A5-10DCC3462801}"/>
          </ac:spMkLst>
        </pc:spChg>
        <pc:spChg chg="mod">
          <ac:chgData name="Manpreet Kour" userId="bfaba7c6dce74e44" providerId="LiveId" clId="{559AFACA-AB64-4853-937D-7BC48A11ED69}" dt="2026-04-30T09:55:35.844" v="834" actId="1076"/>
          <ac:spMkLst>
            <pc:docMk/>
            <pc:sldMk cId="1563434463" sldId="316"/>
            <ac:spMk id="4" creationId="{25EEBD4A-4295-B706-3BE6-0756C26E73CA}"/>
          </ac:spMkLst>
        </pc:spChg>
        <pc:spChg chg="mod">
          <ac:chgData name="Manpreet Kour" userId="bfaba7c6dce74e44" providerId="LiveId" clId="{559AFACA-AB64-4853-937D-7BC48A11ED69}" dt="2026-04-30T09:55:35.844" v="834" actId="1076"/>
          <ac:spMkLst>
            <pc:docMk/>
            <pc:sldMk cId="1563434463" sldId="316"/>
            <ac:spMk id="5" creationId="{6FB464BC-482B-1B0F-FCF9-5791624770D7}"/>
          </ac:spMkLst>
        </pc:spChg>
        <pc:spChg chg="mod">
          <ac:chgData name="Manpreet Kour" userId="bfaba7c6dce74e44" providerId="LiveId" clId="{559AFACA-AB64-4853-937D-7BC48A11ED69}" dt="2026-04-30T09:55:35.844" v="834" actId="1076"/>
          <ac:spMkLst>
            <pc:docMk/>
            <pc:sldMk cId="1563434463" sldId="316"/>
            <ac:spMk id="6" creationId="{36D33A70-2CDC-9A6D-EF07-761382D00167}"/>
          </ac:spMkLst>
        </pc:spChg>
        <pc:spChg chg="mod">
          <ac:chgData name="Manpreet Kour" userId="bfaba7c6dce74e44" providerId="LiveId" clId="{559AFACA-AB64-4853-937D-7BC48A11ED69}" dt="2026-04-30T12:20:27.510" v="1181" actId="1036"/>
          <ac:spMkLst>
            <pc:docMk/>
            <pc:sldMk cId="1563434463" sldId="316"/>
            <ac:spMk id="7" creationId="{4C555B89-D334-B22C-7793-AB4E722712B6}"/>
          </ac:spMkLst>
        </pc:spChg>
        <pc:spChg chg="mod">
          <ac:chgData name="Manpreet Kour" userId="bfaba7c6dce74e44" providerId="LiveId" clId="{559AFACA-AB64-4853-937D-7BC48A11ED69}" dt="2026-04-30T09:55:35.844" v="834" actId="1076"/>
          <ac:spMkLst>
            <pc:docMk/>
            <pc:sldMk cId="1563434463" sldId="316"/>
            <ac:spMk id="8" creationId="{A99B4BC3-7301-715B-A3A9-9EB3CAD85EBA}"/>
          </ac:spMkLst>
        </pc:spChg>
      </pc:sldChg>
      <pc:sldChg chg="addSp delSp modSp add mod ord">
        <pc:chgData name="Manpreet Kour" userId="bfaba7c6dce74e44" providerId="LiveId" clId="{559AFACA-AB64-4853-937D-7BC48A11ED69}" dt="2026-04-30T10:31:54.724" v="1010" actId="1076"/>
        <pc:sldMkLst>
          <pc:docMk/>
          <pc:sldMk cId="3135109346" sldId="347"/>
        </pc:sldMkLst>
        <pc:spChg chg="add mod">
          <ac:chgData name="Manpreet Kour" userId="bfaba7c6dce74e44" providerId="LiveId" clId="{559AFACA-AB64-4853-937D-7BC48A11ED69}" dt="2026-04-30T10:29:36.772" v="996"/>
          <ac:spMkLst>
            <pc:docMk/>
            <pc:sldMk cId="3135109346" sldId="347"/>
            <ac:spMk id="2" creationId="{34A665A8-3417-FB94-1750-92363D951E16}"/>
          </ac:spMkLst>
        </pc:spChg>
        <pc:spChg chg="del">
          <ac:chgData name="Manpreet Kour" userId="bfaba7c6dce74e44" providerId="LiveId" clId="{559AFACA-AB64-4853-937D-7BC48A11ED69}" dt="2026-04-30T10:29:56.687" v="1001" actId="478"/>
          <ac:spMkLst>
            <pc:docMk/>
            <pc:sldMk cId="3135109346" sldId="347"/>
            <ac:spMk id="3" creationId="{37528DDB-2475-2395-2DC9-45E38AE0B0DA}"/>
          </ac:spMkLst>
        </pc:spChg>
        <pc:spChg chg="del">
          <ac:chgData name="Manpreet Kour" userId="bfaba7c6dce74e44" providerId="LiveId" clId="{559AFACA-AB64-4853-937D-7BC48A11ED69}" dt="2026-04-30T10:29:36.001" v="995" actId="478"/>
          <ac:spMkLst>
            <pc:docMk/>
            <pc:sldMk cId="3135109346" sldId="347"/>
            <ac:spMk id="4" creationId="{023F954C-F48D-9AAE-990F-DC27BD757AA7}"/>
          </ac:spMkLst>
        </pc:spChg>
        <pc:picChg chg="mod">
          <ac:chgData name="Manpreet Kour" userId="bfaba7c6dce74e44" providerId="LiveId" clId="{559AFACA-AB64-4853-937D-7BC48A11ED69}" dt="2026-04-30T10:31:54.724" v="1010" actId="1076"/>
          <ac:picMkLst>
            <pc:docMk/>
            <pc:sldMk cId="3135109346" sldId="347"/>
            <ac:picMk id="6" creationId="{184BB898-61C7-F853-F636-CA90A8C5F718}"/>
          </ac:picMkLst>
        </pc:picChg>
      </pc:sldChg>
      <pc:sldChg chg="addSp delSp modSp add mod ord">
        <pc:chgData name="Manpreet Kour" userId="bfaba7c6dce74e44" providerId="LiveId" clId="{559AFACA-AB64-4853-937D-7BC48A11ED69}" dt="2026-04-30T10:32:03.710" v="1011" actId="14100"/>
        <pc:sldMkLst>
          <pc:docMk/>
          <pc:sldMk cId="510184206" sldId="350"/>
        </pc:sldMkLst>
        <pc:spChg chg="del mod">
          <ac:chgData name="Manpreet Kour" userId="bfaba7c6dce74e44" providerId="LiveId" clId="{559AFACA-AB64-4853-937D-7BC48A11ED69}" dt="2026-04-30T10:29:51.903" v="1000" actId="478"/>
          <ac:spMkLst>
            <pc:docMk/>
            <pc:sldMk cId="510184206" sldId="350"/>
            <ac:spMk id="3" creationId="{4C728A61-4848-2967-4F78-67F0F121BF39}"/>
          </ac:spMkLst>
        </pc:spChg>
        <pc:spChg chg="del">
          <ac:chgData name="Manpreet Kour" userId="bfaba7c6dce74e44" providerId="LiveId" clId="{559AFACA-AB64-4853-937D-7BC48A11ED69}" dt="2026-04-30T10:29:44.184" v="997" actId="478"/>
          <ac:spMkLst>
            <pc:docMk/>
            <pc:sldMk cId="510184206" sldId="350"/>
            <ac:spMk id="4" creationId="{86A31B62-A55B-A68A-DFB0-A0E04B22BA98}"/>
          </ac:spMkLst>
        </pc:spChg>
        <pc:spChg chg="add mod">
          <ac:chgData name="Manpreet Kour" userId="bfaba7c6dce74e44" providerId="LiveId" clId="{559AFACA-AB64-4853-937D-7BC48A11ED69}" dt="2026-04-30T10:29:44.675" v="998"/>
          <ac:spMkLst>
            <pc:docMk/>
            <pc:sldMk cId="510184206" sldId="350"/>
            <ac:spMk id="6" creationId="{009282CF-49D1-A6C9-8428-A0300A87AB77}"/>
          </ac:spMkLst>
        </pc:spChg>
        <pc:picChg chg="mod">
          <ac:chgData name="Manpreet Kour" userId="bfaba7c6dce74e44" providerId="LiveId" clId="{559AFACA-AB64-4853-937D-7BC48A11ED69}" dt="2026-04-30T10:32:03.710" v="1011" actId="14100"/>
          <ac:picMkLst>
            <pc:docMk/>
            <pc:sldMk cId="510184206" sldId="350"/>
            <ac:picMk id="7" creationId="{531F1FA2-0AA0-B778-E147-71A1BACB881D}"/>
          </ac:picMkLst>
        </pc:picChg>
      </pc:sldChg>
      <pc:sldChg chg="modSp add mod ord">
        <pc:chgData name="Manpreet Kour" userId="bfaba7c6dce74e44" providerId="LiveId" clId="{559AFACA-AB64-4853-937D-7BC48A11ED69}" dt="2026-04-30T09:38:48.887" v="833" actId="1076"/>
        <pc:sldMkLst>
          <pc:docMk/>
          <pc:sldMk cId="2652203417" sldId="376"/>
        </pc:sldMkLst>
        <pc:spChg chg="mod">
          <ac:chgData name="Manpreet Kour" userId="bfaba7c6dce74e44" providerId="LiveId" clId="{559AFACA-AB64-4853-937D-7BC48A11ED69}" dt="2026-04-30T09:38:44.573" v="832" actId="1076"/>
          <ac:spMkLst>
            <pc:docMk/>
            <pc:sldMk cId="2652203417" sldId="376"/>
            <ac:spMk id="3" creationId="{DE4A1AEC-762A-A93B-B656-3703829AD156}"/>
          </ac:spMkLst>
        </pc:spChg>
        <pc:spChg chg="mod">
          <ac:chgData name="Manpreet Kour" userId="bfaba7c6dce74e44" providerId="LiveId" clId="{559AFACA-AB64-4853-937D-7BC48A11ED69}" dt="2026-04-28T14:11:16.449" v="662" actId="207"/>
          <ac:spMkLst>
            <pc:docMk/>
            <pc:sldMk cId="2652203417" sldId="376"/>
            <ac:spMk id="5" creationId="{F2E853B0-0A93-1414-4AB2-AC6A313CFAE7}"/>
          </ac:spMkLst>
        </pc:spChg>
        <pc:picChg chg="mod">
          <ac:chgData name="Manpreet Kour" userId="bfaba7c6dce74e44" providerId="LiveId" clId="{559AFACA-AB64-4853-937D-7BC48A11ED69}" dt="2026-04-30T09:38:48.887" v="833" actId="1076"/>
          <ac:picMkLst>
            <pc:docMk/>
            <pc:sldMk cId="2652203417" sldId="376"/>
            <ac:picMk id="8" creationId="{95EBB832-6460-4818-B26A-7784EEDCAB0F}"/>
          </ac:picMkLst>
        </pc:picChg>
      </pc:sldChg>
      <pc:sldChg chg="addSp delSp modSp add mod ord">
        <pc:chgData name="Manpreet Kour" userId="bfaba7c6dce74e44" providerId="LiveId" clId="{559AFACA-AB64-4853-937D-7BC48A11ED69}" dt="2026-04-28T15:03:11.505" v="819" actId="478"/>
        <pc:sldMkLst>
          <pc:docMk/>
          <pc:sldMk cId="2892483456" sldId="377"/>
        </pc:sldMkLst>
        <pc:spChg chg="mod">
          <ac:chgData name="Manpreet Kour" userId="bfaba7c6dce74e44" providerId="LiveId" clId="{559AFACA-AB64-4853-937D-7BC48A11ED69}" dt="2026-04-28T15:00:08.064" v="817" actId="207"/>
          <ac:spMkLst>
            <pc:docMk/>
            <pc:sldMk cId="2892483456" sldId="377"/>
            <ac:spMk id="2" creationId="{FEA206D7-61D7-752E-5922-E23BDF81DB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52054-6B8D-4168-BCB8-C32C75661BD1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D4425-F80F-428D-A23E-96968785C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848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Given by TIMOTHY W. MCKEITHAN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D4425-F80F-428D-A23E-96968785C74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044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Day 12: </a:t>
            </a:r>
            <a:r>
              <a:rPr lang="en-US" dirty="0"/>
              <a:t>Quantification of T cells within the blood of mice from (a) on day 12 and 20 following </a:t>
            </a:r>
            <a:r>
              <a:rPr lang="en-US" dirty="0" err="1"/>
              <a:t>adop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transfer. n=10 mice/group.</a:t>
            </a:r>
          </a:p>
          <a:p>
            <a:r>
              <a:rPr lang="en-US" dirty="0"/>
              <a:t>Quantification of T cells within the blood of NSG mice inoculated with 106 NALM6-GL followed by adoptive transfer of 5 × 106 CAR T cells 3 d later. T cells were quantified on day 8 after adoptive transfer. n = 5 mice per group. (j) Exhaustion marker expression of CAR T cells from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FDB04-CD53-481D-831B-C52BBCCCAFE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17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C4C2E-2569-5AA8-C080-39D660B9B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8C1D0E-5641-7780-C41F-F6BF5800A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5D0D7-8734-CCBB-A999-D4F05DF13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FC0B0-434A-7F86-7989-D822DD5AA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BABE5-E89D-E1A0-0E25-AEF625FD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70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60B02-44DB-F638-0445-CD75026F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885A5-5BC9-32FF-CC4C-0E99A60F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D1207-08B8-1CD0-922F-B4EFD6C9D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7607D-7323-2FEE-0DB5-9BCB0A6F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7C564-FD07-2992-81CA-A0319C9F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440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6E3C-EED7-E22C-C462-00FAEE7E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2BAFA-0656-DA9A-220C-55E679D53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6F209-1FF1-7E99-406D-EC75737B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62828-282C-C9FD-8A80-4A845A0C5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DF713-B729-F8CE-4629-F815F1F6B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278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98BDB-4F7C-194C-E003-428868E09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F3186-DAAE-1690-A2BC-98803D7FE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39805-0D94-C170-4968-32C340936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6DD2A-1F03-4B06-345C-2773178D8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DA88D-CCE4-188A-AAA5-1E262B2BB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5D2B7-CC48-0F6C-6A2A-C32C14FE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054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D333A-02FF-F3DB-28CF-11796493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61E3B-E393-1C5D-C210-B4D0208D8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08E67-BDB5-1FDD-6052-E425B65A6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A8003-4A66-8243-922C-9355A24000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C84C8-F60C-4142-CED2-2D0A707A8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9B3E6-412A-879D-2ED6-07DE9993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6AD72-2C53-2CA8-061E-92D1AFED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3DC434-3F7D-1CD3-8B7E-2ED90777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33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F237A-99D7-5B47-4284-3257B7C83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AAB4C-6C2C-171E-0EDF-BE7E04809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58D18-6B86-3FD7-BB6D-949BEDD2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46A08-B4DB-8BBE-5E8E-8B3D8175F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44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4F03E6-3CDF-1F6A-8038-8D936A88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BDE18-BA2B-A928-ED56-6D387706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5696E-ACDF-44EB-7757-8A4F58E13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416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9C47-0655-C534-7E68-E00C990D8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B2C2C-374C-DA71-D4B0-C3A9E955A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31A66-784B-BBC4-AFFD-427ED4291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776D4-0AE0-DA33-E9B3-D882A815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D9DD6-7E2A-4B06-198F-C93E0EBAF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A5A22-B074-07BF-7496-B26AD4077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250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EB98-BF29-852F-5A83-3A82DF967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D6EC53-1BF9-AC3D-A824-8BE22E0A4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1D105-5E75-F813-A6EC-B622BA2E6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52E3A-E059-B206-C459-62FE276F1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0C430-4AEC-731C-DB9C-43F735A9C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71462-7819-396B-80DA-A924C530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79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7DA7-0104-818D-8C34-D592E192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CA9CE-6EF9-EF8C-5747-358B2014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D5830-4EBA-3121-84C0-0EA58D16F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0DD7A-1252-B403-A621-47F841FF2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02127-9A45-F280-05AD-8010B372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3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DB7651-3DF9-A5F6-E631-25123C66C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238B2-77E3-F522-BB18-D1D46044C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BA730-B089-929C-E573-E9679EDA3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624CF-AFF6-8294-EBE4-9D44640C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C866B-6C2B-A7AD-8C9F-01EC47C00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679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64ACE1-B022-3267-B2BA-968A7148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6A19B-6409-491D-9AFF-7C54BE36C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80BEB-0342-E1F6-B804-46D18F6EE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11C5A-4D40-4F5C-B57F-B7FBEA1CA42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5E7F9-5C7C-F9C3-CF1E-3DF15F849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B7A8A-78C2-7024-BE17-9CC2E0DB7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FABA6-C137-4C82-B066-FE2D45D7E1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79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ncer.gov/research/progress/250-years-milestones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392-021-00823-w#Sec36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sciencedirect.com/science/article/pii/S2211124720302370?via%3Dihub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.com/trends/biotechnology/fulltext/S0167-7799%2821%2900315-2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journals/immunology/articles/10.3389/fimmu.2015.00441/ful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journals/immunology/articles/10.3389/fimmu.2015.00441/ful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sciencedirect.com/science/article/pii/S0092867414003419?via%3Dihub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nri1245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journals/immunology/articles/10.3389/fimmu.2024.1411614/ful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nature.com/articles/ni0301_229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12276-026-01639-w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.com/trends/cancer/fulltext/S2405-8033%2822%2900160-1#f0005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416-018-0325-1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as.org/doi/10.1073/pnas.1716266115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ubmed.ncbi.nlm.nih.gov/37715447/" TargetMode="Externa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291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12C17F-E993-B313-0F1B-10A5D1AB15D6}"/>
              </a:ext>
            </a:extLst>
          </p:cNvPr>
          <p:cNvSpPr/>
          <p:nvPr/>
        </p:nvSpPr>
        <p:spPr>
          <a:xfrm>
            <a:off x="-6471" y="0"/>
            <a:ext cx="12192000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3" name="Graphic 2" descr="Man with solid fill">
            <a:extLst>
              <a:ext uri="{FF2B5EF4-FFF2-40B4-BE49-F238E27FC236}">
                <a16:creationId xmlns:a16="http://schemas.microsoft.com/office/drawing/2014/main" id="{A18E7BC5-266E-A959-0870-7671C18BDB75}"/>
              </a:ext>
            </a:extLst>
          </p:cNvPr>
          <p:cNvPicPr>
            <a:picLocks noChangeAspect="1"/>
          </p:cNvPicPr>
          <p:nvPr/>
        </p:nvPicPr>
        <p:blipFill>
          <a:blip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9912" b="29414"/>
          <a:stretch>
            <a:fillRect/>
          </a:stretch>
        </p:blipFill>
        <p:spPr>
          <a:xfrm>
            <a:off x="-6471" y="1680624"/>
            <a:ext cx="3691110" cy="52016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A529AE-1A22-39D9-756D-BB511B59BF26}"/>
              </a:ext>
            </a:extLst>
          </p:cNvPr>
          <p:cNvSpPr txBox="1"/>
          <p:nvPr/>
        </p:nvSpPr>
        <p:spPr>
          <a:xfrm>
            <a:off x="1212422" y="1244193"/>
            <a:ext cx="93975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Advancing CAR-T Cell Therapy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by Understanding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Kinetics of Ag-Ab Interaction Parameters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pP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F8BB7670-8C8E-89F3-BCA7-F70E2FA7EFF5}"/>
              </a:ext>
            </a:extLst>
          </p:cNvPr>
          <p:cNvSpPr/>
          <p:nvPr/>
        </p:nvSpPr>
        <p:spPr>
          <a:xfrm rot="19816638">
            <a:off x="4071043" y="4679488"/>
            <a:ext cx="2239108" cy="2152859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7BC6A69-B38B-2667-A639-5502D5E51885}"/>
              </a:ext>
            </a:extLst>
          </p:cNvPr>
          <p:cNvSpPr/>
          <p:nvPr/>
        </p:nvSpPr>
        <p:spPr>
          <a:xfrm>
            <a:off x="-247750" y="484223"/>
            <a:ext cx="1297856" cy="1093906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1E3F3E2E-9C06-544A-F3D0-C8E0BA6480D7}"/>
              </a:ext>
            </a:extLst>
          </p:cNvPr>
          <p:cNvSpPr/>
          <p:nvPr/>
        </p:nvSpPr>
        <p:spPr>
          <a:xfrm>
            <a:off x="11372953" y="2085885"/>
            <a:ext cx="364306" cy="363544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E11C07ED-CDC2-2E3F-30E8-15FFB6341324}"/>
              </a:ext>
            </a:extLst>
          </p:cNvPr>
          <p:cNvSpPr/>
          <p:nvPr/>
        </p:nvSpPr>
        <p:spPr>
          <a:xfrm>
            <a:off x="8809979" y="5589020"/>
            <a:ext cx="839875" cy="941506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E207E59E-3F61-B963-AE1F-9F45B7FBE665}"/>
              </a:ext>
            </a:extLst>
          </p:cNvPr>
          <p:cNvSpPr/>
          <p:nvPr/>
        </p:nvSpPr>
        <p:spPr>
          <a:xfrm>
            <a:off x="887789" y="6059773"/>
            <a:ext cx="324633" cy="272882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12D6E6E1-9053-A517-9F0F-C9765937325F}"/>
              </a:ext>
            </a:extLst>
          </p:cNvPr>
          <p:cNvSpPr/>
          <p:nvPr/>
        </p:nvSpPr>
        <p:spPr>
          <a:xfrm>
            <a:off x="6096000" y="3056157"/>
            <a:ext cx="519219" cy="495097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B7CB4ADC-0818-C255-5344-C0DEDF084B78}"/>
              </a:ext>
            </a:extLst>
          </p:cNvPr>
          <p:cNvSpPr/>
          <p:nvPr/>
        </p:nvSpPr>
        <p:spPr>
          <a:xfrm>
            <a:off x="4239232" y="624636"/>
            <a:ext cx="794657" cy="813079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F5EE5747-EC66-DB0D-8778-41F346816395}"/>
              </a:ext>
            </a:extLst>
          </p:cNvPr>
          <p:cNvSpPr/>
          <p:nvPr/>
        </p:nvSpPr>
        <p:spPr>
          <a:xfrm>
            <a:off x="10381118" y="2625637"/>
            <a:ext cx="1873329" cy="1640393"/>
          </a:xfrm>
          <a:custGeom>
            <a:avLst/>
            <a:gdLst/>
            <a:ahLst/>
            <a:cxnLst/>
            <a:rect l="l" t="t" r="r" b="b"/>
            <a:pathLst>
              <a:path w="4318969" h="4114800">
                <a:moveTo>
                  <a:pt x="0" y="0"/>
                </a:moveTo>
                <a:lnTo>
                  <a:pt x="4318969" y="0"/>
                </a:lnTo>
                <a:lnTo>
                  <a:pt x="43189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5" name="Freeform 4">
            <a:extLst>
              <a:ext uri="{FF2B5EF4-FFF2-40B4-BE49-F238E27FC236}">
                <a16:creationId xmlns:a16="http://schemas.microsoft.com/office/drawing/2014/main" id="{B22FD60F-90D3-E6E5-1400-6760128080E3}"/>
              </a:ext>
            </a:extLst>
          </p:cNvPr>
          <p:cNvSpPr/>
          <p:nvPr/>
        </p:nvSpPr>
        <p:spPr>
          <a:xfrm>
            <a:off x="7230589" y="-397787"/>
            <a:ext cx="1148172" cy="1093906"/>
          </a:xfrm>
          <a:custGeom>
            <a:avLst/>
            <a:gdLst/>
            <a:ahLst/>
            <a:cxnLst/>
            <a:rect l="l" t="t" r="r" b="b"/>
            <a:pathLst>
              <a:path w="4318969" h="4114800">
                <a:moveTo>
                  <a:pt x="0" y="0"/>
                </a:moveTo>
                <a:lnTo>
                  <a:pt x="4318969" y="0"/>
                </a:lnTo>
                <a:lnTo>
                  <a:pt x="43189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588740BB-E926-F590-C49F-85B283FC0F94}"/>
              </a:ext>
            </a:extLst>
          </p:cNvPr>
          <p:cNvSpPr/>
          <p:nvPr/>
        </p:nvSpPr>
        <p:spPr>
          <a:xfrm>
            <a:off x="10690821" y="126373"/>
            <a:ext cx="324633" cy="272882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BCCC625E-0300-7F3B-DEAF-B16DD9F4E713}"/>
              </a:ext>
            </a:extLst>
          </p:cNvPr>
          <p:cNvSpPr/>
          <p:nvPr/>
        </p:nvSpPr>
        <p:spPr>
          <a:xfrm>
            <a:off x="8524435" y="1687176"/>
            <a:ext cx="364306" cy="363544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42D9A5-8B45-1D94-B3BB-8989D4271590}"/>
              </a:ext>
            </a:extLst>
          </p:cNvPr>
          <p:cNvSpPr txBox="1"/>
          <p:nvPr/>
        </p:nvSpPr>
        <p:spPr>
          <a:xfrm>
            <a:off x="4783067" y="4152751"/>
            <a:ext cx="2612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Principal Investigator: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Dr. Kausik Chakraborty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14FF92-7F75-8045-B3B6-4954246CD578}"/>
              </a:ext>
            </a:extLst>
          </p:cNvPr>
          <p:cNvSpPr txBox="1"/>
          <p:nvPr/>
        </p:nvSpPr>
        <p:spPr>
          <a:xfrm>
            <a:off x="4704919" y="4924912"/>
            <a:ext cx="4036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Co-Principal Investigator: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Dr. Ankesh Kumar Jaiswal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2AACA4-C9A0-7BCC-5557-4E0A55EDD95A}"/>
              </a:ext>
            </a:extLst>
          </p:cNvPr>
          <p:cNvSpPr txBox="1"/>
          <p:nvPr/>
        </p:nvSpPr>
        <p:spPr>
          <a:xfrm>
            <a:off x="331838" y="4177012"/>
            <a:ext cx="30283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Presented by: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Manpreet Kour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PhD Scholar, CSIR-IGIB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AcSIR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 Reg. - 10BB25J02028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5282B7-FAC3-E9DE-A624-A3F198D3E20B}"/>
              </a:ext>
            </a:extLst>
          </p:cNvPr>
          <p:cNvSpPr txBox="1"/>
          <p:nvPr/>
        </p:nvSpPr>
        <p:spPr>
          <a:xfrm>
            <a:off x="8708924" y="4177012"/>
            <a:ext cx="3028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DAC members: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Dr. Arpan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Parichha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Dr. Chetana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Sachidanandan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Dr. Sheetal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Gandotra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5AEA83-31B6-A5D6-6055-351C9B13BCBC}"/>
              </a:ext>
            </a:extLst>
          </p:cNvPr>
          <p:cNvSpPr txBox="1"/>
          <p:nvPr/>
        </p:nvSpPr>
        <p:spPr>
          <a:xfrm>
            <a:off x="4837614" y="2726622"/>
            <a:ext cx="2612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First DAC meeting</a:t>
            </a:r>
          </a:p>
        </p:txBody>
      </p:sp>
    </p:spTree>
    <p:extLst>
      <p:ext uri="{BB962C8B-B14F-4D97-AF65-F5344CB8AC3E}">
        <p14:creationId xmlns:p14="http://schemas.microsoft.com/office/powerpoint/2010/main" val="3798285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C72A5-E5D8-59AC-51CE-04A140AF56A8}"/>
              </a:ext>
            </a:extLst>
          </p:cNvPr>
          <p:cNvSpPr txBox="1">
            <a:spLocks/>
          </p:cNvSpPr>
          <p:nvPr/>
        </p:nvSpPr>
        <p:spPr>
          <a:xfrm>
            <a:off x="1155290" y="230947"/>
            <a:ext cx="988142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DC23C-94CE-705E-21F1-00403E1EC9A3}"/>
              </a:ext>
            </a:extLst>
          </p:cNvPr>
          <p:cNvSpPr txBox="1"/>
          <p:nvPr/>
        </p:nvSpPr>
        <p:spPr>
          <a:xfrm>
            <a:off x="476450" y="5836153"/>
            <a:ext cx="11582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Challenges – </a:t>
            </a:r>
            <a:r>
              <a:rPr kumimoji="0" lang="en-I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Tumor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relapse, </a:t>
            </a:r>
            <a:r>
              <a:rPr kumimoji="0" lang="en-I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Tumor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Microenvironment (TME) immunosuppression, lack of precision etc.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361AC4-E0F6-14B7-619A-C82B7A06DFAD}"/>
              </a:ext>
            </a:extLst>
          </p:cNvPr>
          <p:cNvCxnSpPr>
            <a:cxnSpLocks/>
          </p:cNvCxnSpPr>
          <p:nvPr/>
        </p:nvCxnSpPr>
        <p:spPr>
          <a:xfrm flipV="1">
            <a:off x="866319" y="3702535"/>
            <a:ext cx="10802664" cy="4773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38E765-C87C-D424-5CDD-4EEA22FC890A}"/>
              </a:ext>
            </a:extLst>
          </p:cNvPr>
          <p:cNvGrpSpPr/>
          <p:nvPr/>
        </p:nvGrpSpPr>
        <p:grpSpPr>
          <a:xfrm>
            <a:off x="916557" y="2770478"/>
            <a:ext cx="523220" cy="1889607"/>
            <a:chOff x="11728829" y="4359921"/>
            <a:chExt cx="523220" cy="188960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CC25A0-6B67-2F9E-68F5-AA9BF56ECDC9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FB05D62C-4AE5-E082-A129-C8B9379648BE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A4F67D8-5B9F-CC70-881C-3430BC4103B8}"/>
              </a:ext>
            </a:extLst>
          </p:cNvPr>
          <p:cNvGrpSpPr/>
          <p:nvPr/>
        </p:nvGrpSpPr>
        <p:grpSpPr>
          <a:xfrm rot="10800000">
            <a:off x="7888933" y="2722749"/>
            <a:ext cx="523220" cy="1889607"/>
            <a:chOff x="11728829" y="4359921"/>
            <a:chExt cx="523220" cy="188960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DCA46A-46BB-5394-5F26-2CD29CD006A0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BFA56B90-9D01-025D-01C6-99D8B1D363CE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58F4DFA-6B42-26DE-C754-41BE23853456}"/>
              </a:ext>
            </a:extLst>
          </p:cNvPr>
          <p:cNvGrpSpPr/>
          <p:nvPr/>
        </p:nvGrpSpPr>
        <p:grpSpPr>
          <a:xfrm>
            <a:off x="10223991" y="2750911"/>
            <a:ext cx="523220" cy="1889607"/>
            <a:chOff x="11728829" y="4359921"/>
            <a:chExt cx="523220" cy="188960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E97B5FD-AC29-2A68-6F6E-057D67384ACA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24" name="Flowchart: Connector 23">
              <a:extLst>
                <a:ext uri="{FF2B5EF4-FFF2-40B4-BE49-F238E27FC236}">
                  <a16:creationId xmlns:a16="http://schemas.microsoft.com/office/drawing/2014/main" id="{AC50264C-D8D3-0002-F684-594048C4C0E8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4E64801-2F01-6D28-7500-83429367F578}"/>
              </a:ext>
            </a:extLst>
          </p:cNvPr>
          <p:cNvGrpSpPr/>
          <p:nvPr/>
        </p:nvGrpSpPr>
        <p:grpSpPr>
          <a:xfrm>
            <a:off x="4590132" y="2748688"/>
            <a:ext cx="523220" cy="1889607"/>
            <a:chOff x="11728829" y="4359921"/>
            <a:chExt cx="523220" cy="188960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DB6850E-2BE6-CCCD-61C6-F7990B2595E3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27" name="Flowchart: Connector 26">
              <a:extLst>
                <a:ext uri="{FF2B5EF4-FFF2-40B4-BE49-F238E27FC236}">
                  <a16:creationId xmlns:a16="http://schemas.microsoft.com/office/drawing/2014/main" id="{9D88CCC2-05B3-E367-B0E3-E3FD4A49600F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E820466-8EFB-494C-0FD9-1C0C5B11135B}"/>
              </a:ext>
            </a:extLst>
          </p:cNvPr>
          <p:cNvSpPr txBox="1"/>
          <p:nvPr/>
        </p:nvSpPr>
        <p:spPr>
          <a:xfrm>
            <a:off x="3830846" y="1995593"/>
            <a:ext cx="1767077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1976 - BCG immunotherapy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2F8E00-A7F0-4FA3-CE0C-26F3C4F78C6A}"/>
              </a:ext>
            </a:extLst>
          </p:cNvPr>
          <p:cNvSpPr txBox="1"/>
          <p:nvPr/>
        </p:nvSpPr>
        <p:spPr>
          <a:xfrm>
            <a:off x="4029146" y="4716445"/>
            <a:ext cx="2291175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1986 – FDA approved Interferon therapy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310B9A-50D9-0769-523A-3A309EFA7DD2}"/>
              </a:ext>
            </a:extLst>
          </p:cNvPr>
          <p:cNvSpPr txBox="1"/>
          <p:nvPr/>
        </p:nvSpPr>
        <p:spPr>
          <a:xfrm>
            <a:off x="7760006" y="4671124"/>
            <a:ext cx="2788157" cy="9233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2015-2018 -Immune checkpoint therapies (PD-1, PDL-1)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25ABD8-92BB-BC79-8508-D07FE8E5D92A}"/>
              </a:ext>
            </a:extLst>
          </p:cNvPr>
          <p:cNvSpPr txBox="1"/>
          <p:nvPr/>
        </p:nvSpPr>
        <p:spPr>
          <a:xfrm>
            <a:off x="9285934" y="1538252"/>
            <a:ext cx="2291174" cy="9233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2017 – First FDA approved CAR-T cell therapy -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Kymirah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F6493A-EF56-95B2-8326-A71A466ABD75}"/>
              </a:ext>
            </a:extLst>
          </p:cNvPr>
          <p:cNvSpPr txBox="1"/>
          <p:nvPr/>
        </p:nvSpPr>
        <p:spPr>
          <a:xfrm>
            <a:off x="733673" y="1995593"/>
            <a:ext cx="2842663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1890 – 1950s – Surgery, Radiation  &amp; Chemotherapy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7CB52-B30C-D19A-5564-90C08828C182}"/>
              </a:ext>
            </a:extLst>
          </p:cNvPr>
          <p:cNvSpPr txBox="1"/>
          <p:nvPr/>
        </p:nvSpPr>
        <p:spPr>
          <a:xfrm>
            <a:off x="9102673" y="1414571"/>
            <a:ext cx="2673237" cy="1200329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glow rad="50800">
              <a:srgbClr val="7030A0">
                <a:alpha val="6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980F6A5-8DFF-422D-8A23-9EB834CB633C}"/>
              </a:ext>
            </a:extLst>
          </p:cNvPr>
          <p:cNvGrpSpPr/>
          <p:nvPr/>
        </p:nvGrpSpPr>
        <p:grpSpPr>
          <a:xfrm rot="10800000">
            <a:off x="2255074" y="2730813"/>
            <a:ext cx="523220" cy="1889607"/>
            <a:chOff x="11728829" y="4359921"/>
            <a:chExt cx="523220" cy="188960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933969F-9FDC-52AB-5FF0-2AD58618DE46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2DFF8F44-82F4-F24E-E487-D7A70A3816E1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03775A5-D34D-D9F9-AD8E-BECF2A4AEA55}"/>
              </a:ext>
            </a:extLst>
          </p:cNvPr>
          <p:cNvSpPr txBox="1"/>
          <p:nvPr/>
        </p:nvSpPr>
        <p:spPr>
          <a:xfrm>
            <a:off x="1587894" y="4655998"/>
            <a:ext cx="1965738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1940s – Hormonal therapy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933CBDA-6F36-CCE8-B439-6B37F7FE6311}"/>
              </a:ext>
            </a:extLst>
          </p:cNvPr>
          <p:cNvCxnSpPr/>
          <p:nvPr/>
        </p:nvCxnSpPr>
        <p:spPr>
          <a:xfrm>
            <a:off x="11323183" y="3702535"/>
            <a:ext cx="523393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1B58896-213C-C798-9A0C-AD333A896825}"/>
              </a:ext>
            </a:extLst>
          </p:cNvPr>
          <p:cNvGrpSpPr/>
          <p:nvPr/>
        </p:nvGrpSpPr>
        <p:grpSpPr>
          <a:xfrm>
            <a:off x="2719595" y="2748688"/>
            <a:ext cx="523220" cy="1889607"/>
            <a:chOff x="11728829" y="4359921"/>
            <a:chExt cx="523220" cy="188960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7DA6A39-F667-58C6-AC8D-ACA29CBF6411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42" name="Flowchart: Connector 41">
              <a:extLst>
                <a:ext uri="{FF2B5EF4-FFF2-40B4-BE49-F238E27FC236}">
                  <a16:creationId xmlns:a16="http://schemas.microsoft.com/office/drawing/2014/main" id="{817D8A0F-FDF4-32BE-4566-840C7C84F4AC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6D886C3-1FE1-BA76-D664-02BB5BC4D2D3}"/>
              </a:ext>
            </a:extLst>
          </p:cNvPr>
          <p:cNvGrpSpPr/>
          <p:nvPr/>
        </p:nvGrpSpPr>
        <p:grpSpPr>
          <a:xfrm rot="10800000">
            <a:off x="9732987" y="2730812"/>
            <a:ext cx="523220" cy="1889607"/>
            <a:chOff x="11728829" y="4359921"/>
            <a:chExt cx="523220" cy="1889607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8A6B2A2-AB5C-495A-152E-A89FB3AF0973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48" name="Flowchart: Connector 47">
              <a:extLst>
                <a:ext uri="{FF2B5EF4-FFF2-40B4-BE49-F238E27FC236}">
                  <a16:creationId xmlns:a16="http://schemas.microsoft.com/office/drawing/2014/main" id="{F6F3CEFF-78F5-47DB-FA23-9579E50079FB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34C0B1B-461F-EA5F-726F-44CD2051F9FC}"/>
              </a:ext>
            </a:extLst>
          </p:cNvPr>
          <p:cNvGrpSpPr/>
          <p:nvPr/>
        </p:nvGrpSpPr>
        <p:grpSpPr>
          <a:xfrm rot="10800000">
            <a:off x="4859045" y="2734436"/>
            <a:ext cx="523220" cy="1889607"/>
            <a:chOff x="11728829" y="4359921"/>
            <a:chExt cx="523220" cy="1889607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F2EEB3C-1F11-881E-691C-D575760C03F4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EAFDA425-6CD4-AD53-3676-CF7731FE51B9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CD5B8D7A-67EB-2B59-A5D4-2231B939B08C}"/>
              </a:ext>
            </a:extLst>
          </p:cNvPr>
          <p:cNvSpPr txBox="1"/>
          <p:nvPr/>
        </p:nvSpPr>
        <p:spPr>
          <a:xfrm>
            <a:off x="6146242" y="1995593"/>
            <a:ext cx="2788157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1997-2017 –Antibodies &amp; Inhibitors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189FBD7-47FA-05B0-4011-66A8D8325613}"/>
              </a:ext>
            </a:extLst>
          </p:cNvPr>
          <p:cNvGrpSpPr/>
          <p:nvPr/>
        </p:nvGrpSpPr>
        <p:grpSpPr>
          <a:xfrm>
            <a:off x="6440721" y="2748688"/>
            <a:ext cx="523220" cy="1889607"/>
            <a:chOff x="11728829" y="4359921"/>
            <a:chExt cx="523220" cy="1889607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85E0A20-ED92-184F-300E-C4996C8379CF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06353FEA-CB05-C889-1E24-2FEA55B9150D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F597D68-E495-0FA0-1899-3A7E9EE17C8D}"/>
              </a:ext>
            </a:extLst>
          </p:cNvPr>
          <p:cNvGrpSpPr/>
          <p:nvPr/>
        </p:nvGrpSpPr>
        <p:grpSpPr>
          <a:xfrm>
            <a:off x="8268747" y="2742513"/>
            <a:ext cx="523220" cy="1889607"/>
            <a:chOff x="11728829" y="4359921"/>
            <a:chExt cx="523220" cy="188960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B14558E-D496-2463-0D5D-7C272129C493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-----</a:t>
              </a:r>
            </a:p>
          </p:txBody>
        </p:sp>
        <p:sp>
          <p:nvSpPr>
            <p:cNvPr id="59" name="Flowchart: Connector 58">
              <a:extLst>
                <a:ext uri="{FF2B5EF4-FFF2-40B4-BE49-F238E27FC236}">
                  <a16:creationId xmlns:a16="http://schemas.microsoft.com/office/drawing/2014/main" id="{23662D75-1AE9-5758-0B43-D24121FDB8DB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C747F7C0-E513-2A9C-9B59-8A41797F1472}"/>
              </a:ext>
            </a:extLst>
          </p:cNvPr>
          <p:cNvSpPr txBox="1"/>
          <p:nvPr/>
        </p:nvSpPr>
        <p:spPr>
          <a:xfrm rot="10800000">
            <a:off x="7831903" y="3354718"/>
            <a:ext cx="2660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----------------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4C1BF8-8C02-56C0-CF78-2F03C9AE32CB}"/>
              </a:ext>
            </a:extLst>
          </p:cNvPr>
          <p:cNvSpPr txBox="1"/>
          <p:nvPr/>
        </p:nvSpPr>
        <p:spPr>
          <a:xfrm>
            <a:off x="7740198" y="6421960"/>
            <a:ext cx="5140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2"/>
              </a:rPr>
              <a:t>Milestones in Cancer Research and Discovery,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2"/>
              </a:rPr>
              <a:t>NCI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2"/>
              </a:rPr>
              <a:t>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C4BFB9-8621-7D2F-73E7-F7E1AA99BC2E}"/>
              </a:ext>
            </a:extLst>
          </p:cNvPr>
          <p:cNvSpPr/>
          <p:nvPr/>
        </p:nvSpPr>
        <p:spPr>
          <a:xfrm>
            <a:off x="956268" y="448391"/>
            <a:ext cx="10279464" cy="486592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Evolution of Cancer Therapeutics</a:t>
            </a:r>
          </a:p>
        </p:txBody>
      </p:sp>
    </p:spTree>
    <p:extLst>
      <p:ext uri="{BB962C8B-B14F-4D97-AF65-F5344CB8AC3E}">
        <p14:creationId xmlns:p14="http://schemas.microsoft.com/office/powerpoint/2010/main" val="79880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F638EB-A94B-A0D2-B368-1C55D8745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87" y="1668079"/>
            <a:ext cx="6395490" cy="35218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B04620-1E56-2A5F-5803-8E75809AD5FA}"/>
              </a:ext>
            </a:extLst>
          </p:cNvPr>
          <p:cNvSpPr txBox="1"/>
          <p:nvPr/>
        </p:nvSpPr>
        <p:spPr>
          <a:xfrm>
            <a:off x="0" y="6390968"/>
            <a:ext cx="58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3"/>
              </a:rPr>
              <a:t>Shah et al., (2021). </a:t>
            </a:r>
            <a:r>
              <a:rPr kumimoji="0" lang="en-IN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3"/>
              </a:rPr>
              <a:t>Signal Transduction &amp; Targeted Therapy </a:t>
            </a:r>
            <a:endParaRPr kumimoji="0" lang="en-IN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36B417-933C-615B-B7D0-A834FD7B4781}"/>
              </a:ext>
            </a:extLst>
          </p:cNvPr>
          <p:cNvSpPr/>
          <p:nvPr/>
        </p:nvSpPr>
        <p:spPr>
          <a:xfrm>
            <a:off x="956268" y="193529"/>
            <a:ext cx="10279464" cy="544793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 cell Receptor Complex 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FE7DBC-2211-2BAE-19AD-08B4FF4E7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123" y="1570038"/>
            <a:ext cx="4123474" cy="411732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46C2A6-A2BB-48FE-89A6-36348BFC4C55}"/>
              </a:ext>
            </a:extLst>
          </p:cNvPr>
          <p:cNvSpPr txBox="1"/>
          <p:nvPr/>
        </p:nvSpPr>
        <p:spPr>
          <a:xfrm>
            <a:off x="9274628" y="6421746"/>
            <a:ext cx="3145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5"/>
              </a:rPr>
              <a:t>Ghosh et al., (2020). </a:t>
            </a:r>
            <a:r>
              <a:rPr kumimoji="0" lang="en-IN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5"/>
              </a:rPr>
              <a:t>Cell Reports</a:t>
            </a:r>
            <a:endParaRPr kumimoji="0" lang="en-IN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DD0706-0E1B-FCF7-F486-77434B5076C6}"/>
              </a:ext>
            </a:extLst>
          </p:cNvPr>
          <p:cNvSpPr txBox="1"/>
          <p:nvPr/>
        </p:nvSpPr>
        <p:spPr>
          <a:xfrm>
            <a:off x="7251209" y="5654446"/>
            <a:ext cx="3406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ERM - Ezrin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, Radixin,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Moesin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040D33-1823-11DD-A2FD-6DF9EAA9984B}"/>
              </a:ext>
            </a:extLst>
          </p:cNvPr>
          <p:cNvSpPr txBox="1"/>
          <p:nvPr/>
        </p:nvSpPr>
        <p:spPr>
          <a:xfrm>
            <a:off x="457487" y="5189920"/>
            <a:ext cx="586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ITAM – Immunoreceptor Tyrosine-based Activation Motif </a:t>
            </a:r>
          </a:p>
        </p:txBody>
      </p:sp>
    </p:spTree>
    <p:extLst>
      <p:ext uri="{BB962C8B-B14F-4D97-AF65-F5344CB8AC3E}">
        <p14:creationId xmlns:p14="http://schemas.microsoft.com/office/powerpoint/2010/main" val="33528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29DCB-9699-7DAF-EFDB-9C305BDCC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igure 1">
            <a:extLst>
              <a:ext uri="{FF2B5EF4-FFF2-40B4-BE49-F238E27FC236}">
                <a16:creationId xmlns:a16="http://schemas.microsoft.com/office/drawing/2014/main" id="{44D65BB8-8B6B-F848-8A63-75D6B61BA8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3" b="40645"/>
          <a:stretch>
            <a:fillRect/>
          </a:stretch>
        </p:blipFill>
        <p:spPr bwMode="auto">
          <a:xfrm>
            <a:off x="471948" y="1187245"/>
            <a:ext cx="3238106" cy="448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82678D-E5C6-11A1-050D-7592673B457B}"/>
              </a:ext>
            </a:extLst>
          </p:cNvPr>
          <p:cNvSpPr/>
          <p:nvPr/>
        </p:nvSpPr>
        <p:spPr>
          <a:xfrm>
            <a:off x="956268" y="230232"/>
            <a:ext cx="10279464" cy="544793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Role of affinity in the signal strength 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993F4C-8856-1062-BBEF-16A3B081D85C}"/>
              </a:ext>
            </a:extLst>
          </p:cNvPr>
          <p:cNvSpPr txBox="1"/>
          <p:nvPr/>
        </p:nvSpPr>
        <p:spPr>
          <a:xfrm>
            <a:off x="0" y="6495194"/>
            <a:ext cx="6135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Mause, et al (2022). </a:t>
            </a:r>
            <a:r>
              <a:rPr lang="en-IN" sz="1600" i="1" dirty="0">
                <a:hlinkClick r:id="rId3"/>
              </a:rPr>
              <a:t>Trends in Biotechnology.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3629028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CCCF6-88F6-72A2-7DF5-46EE1AA0E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30736D-25C2-7E43-3869-36ACA393B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35" y="1478456"/>
            <a:ext cx="9508330" cy="421442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475895-DC64-4F24-0F8B-9D49DAEA6F3D}"/>
              </a:ext>
            </a:extLst>
          </p:cNvPr>
          <p:cNvSpPr/>
          <p:nvPr/>
        </p:nvSpPr>
        <p:spPr>
          <a:xfrm>
            <a:off x="956268" y="309715"/>
            <a:ext cx="10279464" cy="48669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Force Initiated TCR Signaling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45C4E2-C8C9-6528-8EEF-D2FC5A68A882}"/>
              </a:ext>
            </a:extLst>
          </p:cNvPr>
          <p:cNvSpPr txBox="1"/>
          <p:nvPr/>
        </p:nvSpPr>
        <p:spPr>
          <a:xfrm>
            <a:off x="0" y="6519446"/>
            <a:ext cx="4432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3"/>
              </a:rPr>
              <a:t>Brazin, et al. (2015). </a:t>
            </a:r>
            <a:r>
              <a:rPr kumimoji="0" lang="en-IN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3"/>
              </a:rPr>
              <a:t>Frontiers in Immunology</a:t>
            </a:r>
            <a:endParaRPr kumimoji="0" lang="en-IN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774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FF694-2EB4-F308-9FD4-D5C63B68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08FC23-C8A4-9152-C8FF-B1446FD47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98" y="956048"/>
            <a:ext cx="4568015" cy="202470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D864E2-1608-8EB6-6087-E790CA697F19}"/>
              </a:ext>
            </a:extLst>
          </p:cNvPr>
          <p:cNvSpPr/>
          <p:nvPr/>
        </p:nvSpPr>
        <p:spPr>
          <a:xfrm>
            <a:off x="956268" y="309715"/>
            <a:ext cx="10279464" cy="48669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Force Initiated TCR Signaling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13E90-9DB1-D828-220E-A4194E0D43FE}"/>
              </a:ext>
            </a:extLst>
          </p:cNvPr>
          <p:cNvSpPr txBox="1"/>
          <p:nvPr/>
        </p:nvSpPr>
        <p:spPr>
          <a:xfrm>
            <a:off x="0" y="6519446"/>
            <a:ext cx="4432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3"/>
              </a:rPr>
              <a:t>Brazin, et al. (2015). </a:t>
            </a:r>
            <a:r>
              <a:rPr kumimoji="0" lang="en-IN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3"/>
              </a:rPr>
              <a:t>Frontiers in Immunology</a:t>
            </a:r>
            <a:endParaRPr kumimoji="0" lang="en-IN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5" name="Picture 4" descr="catch_vs_slip_bond.png">
            <a:extLst>
              <a:ext uri="{FF2B5EF4-FFF2-40B4-BE49-F238E27FC236}">
                <a16:creationId xmlns:a16="http://schemas.microsoft.com/office/drawing/2014/main" id="{78240494-E3F4-823B-99A1-10D700D1BB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577"/>
          <a:stretch>
            <a:fillRect/>
          </a:stretch>
        </p:blipFill>
        <p:spPr>
          <a:xfrm>
            <a:off x="4845061" y="1344560"/>
            <a:ext cx="6783460" cy="4168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D79B54-C388-E546-1C97-42CBC8335C77}"/>
              </a:ext>
            </a:extLst>
          </p:cNvPr>
          <p:cNvSpPr txBox="1"/>
          <p:nvPr/>
        </p:nvSpPr>
        <p:spPr>
          <a:xfrm>
            <a:off x="9714272" y="6492079"/>
            <a:ext cx="26055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5"/>
              </a:rPr>
              <a:t>Liu, et al. (2014).  </a:t>
            </a:r>
            <a:r>
              <a:rPr lang="en-IN" sz="1600" i="1" dirty="0" err="1">
                <a:hlinkClick r:id="rId5"/>
              </a:rPr>
              <a:t>CellPress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3121656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A651B-4FA8-7D99-8123-4860E2706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E853B0-0A93-1414-4AB2-AC6A313CFAE7}"/>
              </a:ext>
            </a:extLst>
          </p:cNvPr>
          <p:cNvSpPr/>
          <p:nvPr/>
        </p:nvSpPr>
        <p:spPr>
          <a:xfrm>
            <a:off x="406886" y="270033"/>
            <a:ext cx="11185346" cy="52988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Formation of Immunological Synapse 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61FBED-91FC-F3CA-59C0-7E8CDCDD71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3" t="2429" r="2307" b="-1"/>
          <a:stretch>
            <a:fillRect/>
          </a:stretch>
        </p:blipFill>
        <p:spPr>
          <a:xfrm>
            <a:off x="406886" y="1584853"/>
            <a:ext cx="4302132" cy="43411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CB01B1-D552-2BD7-7411-56533956CE8F}"/>
              </a:ext>
            </a:extLst>
          </p:cNvPr>
          <p:cNvSpPr txBox="1"/>
          <p:nvPr/>
        </p:nvSpPr>
        <p:spPr>
          <a:xfrm>
            <a:off x="7865806" y="6497415"/>
            <a:ext cx="4991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Huppa, et al. (2003). </a:t>
            </a:r>
            <a:r>
              <a:rPr lang="en-IN" sz="1600" i="1" dirty="0">
                <a:hlinkClick r:id="rId3"/>
              </a:rPr>
              <a:t>Nature Reviews Immunology</a:t>
            </a:r>
            <a:endParaRPr lang="en-IN" sz="1600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EBB832-6460-4818-B26A-7784EEDCAB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0"/>
          <a:stretch>
            <a:fillRect/>
          </a:stretch>
        </p:blipFill>
        <p:spPr>
          <a:xfrm>
            <a:off x="7591137" y="1584853"/>
            <a:ext cx="4302132" cy="4289071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68BCA3D-E622-A49F-228E-C8843501EB73}"/>
              </a:ext>
            </a:extLst>
          </p:cNvPr>
          <p:cNvGrpSpPr/>
          <p:nvPr/>
        </p:nvGrpSpPr>
        <p:grpSpPr>
          <a:xfrm>
            <a:off x="9557588" y="3996268"/>
            <a:ext cx="1423479" cy="1699338"/>
            <a:chOff x="8465573" y="3996268"/>
            <a:chExt cx="1423479" cy="169933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8E9432-0314-2D4C-90AD-4BAD2161F4A2}"/>
                </a:ext>
              </a:extLst>
            </p:cNvPr>
            <p:cNvSpPr txBox="1"/>
            <p:nvPr/>
          </p:nvSpPr>
          <p:spPr>
            <a:xfrm>
              <a:off x="8465573" y="3996268"/>
              <a:ext cx="13470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 err="1"/>
                <a:t>cSMAC</a:t>
              </a:r>
              <a:endParaRPr lang="en-IN" sz="16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680116B-EE88-4665-85DC-B5A041723A64}"/>
                </a:ext>
              </a:extLst>
            </p:cNvPr>
            <p:cNvSpPr txBox="1"/>
            <p:nvPr/>
          </p:nvSpPr>
          <p:spPr>
            <a:xfrm>
              <a:off x="8542033" y="4750430"/>
              <a:ext cx="13470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 err="1"/>
                <a:t>pSMAC</a:t>
              </a:r>
              <a:endParaRPr lang="en-IN" sz="16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2AAE6D-B0EC-C3F7-AE5A-D408EF9CB967}"/>
                </a:ext>
              </a:extLst>
            </p:cNvPr>
            <p:cNvSpPr txBox="1"/>
            <p:nvPr/>
          </p:nvSpPr>
          <p:spPr>
            <a:xfrm>
              <a:off x="8542032" y="5357052"/>
              <a:ext cx="13470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 err="1"/>
                <a:t>dSMAC</a:t>
              </a:r>
              <a:endParaRPr lang="en-IN" sz="1600" b="1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E4A1AEC-762A-A93B-B656-3703829AD156}"/>
              </a:ext>
            </a:extLst>
          </p:cNvPr>
          <p:cNvSpPr txBox="1"/>
          <p:nvPr/>
        </p:nvSpPr>
        <p:spPr>
          <a:xfrm>
            <a:off x="4709018" y="1838632"/>
            <a:ext cx="28120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Formation of new </a:t>
            </a:r>
            <a:r>
              <a:rPr lang="en-IN" dirty="0" err="1"/>
              <a:t>micrclusters</a:t>
            </a:r>
            <a:r>
              <a:rPr lang="en-IN" dirty="0"/>
              <a:t> will keep taking place at </a:t>
            </a:r>
            <a:r>
              <a:rPr lang="en-IN" dirty="0" err="1"/>
              <a:t>pSMAC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Older ones migrate centripetally to coalescence in </a:t>
            </a:r>
            <a:r>
              <a:rPr lang="en-IN" dirty="0" err="1"/>
              <a:t>cSMAC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203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B951B-1DA2-498B-89BB-B16AA046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CFDAC8-B659-D44D-56D8-E57948B84D4D}"/>
              </a:ext>
            </a:extLst>
          </p:cNvPr>
          <p:cNvSpPr txBox="1"/>
          <p:nvPr/>
        </p:nvSpPr>
        <p:spPr>
          <a:xfrm>
            <a:off x="8317632" y="6519446"/>
            <a:ext cx="4729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Shi, et al. (2024). </a:t>
            </a:r>
            <a:r>
              <a:rPr lang="en-IN" sz="1600" i="1" dirty="0">
                <a:hlinkClick r:id="rId3"/>
              </a:rPr>
              <a:t>Frontiers in Immunology</a:t>
            </a:r>
            <a:endParaRPr lang="en-IN" sz="1600" i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04F232-280C-9094-C56B-7CC32273E9A5}"/>
              </a:ext>
            </a:extLst>
          </p:cNvPr>
          <p:cNvSpPr/>
          <p:nvPr/>
        </p:nvSpPr>
        <p:spPr>
          <a:xfrm>
            <a:off x="346010" y="468940"/>
            <a:ext cx="4037295" cy="1873399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Time as the Gatekeeper: Kinetic Proofreading in T Cell Activation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optimal_dwell_time.png">
            <a:extLst>
              <a:ext uri="{FF2B5EF4-FFF2-40B4-BE49-F238E27FC236}">
                <a16:creationId xmlns:a16="http://schemas.microsoft.com/office/drawing/2014/main" id="{2184AE66-AA6C-807C-D39C-C26A1AE7CC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72" r="14981" b="5965"/>
          <a:stretch>
            <a:fillRect/>
          </a:stretch>
        </p:blipFill>
        <p:spPr>
          <a:xfrm>
            <a:off x="655229" y="2448232"/>
            <a:ext cx="5839744" cy="42686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98F3F7-98BD-4DC0-277D-85B0857863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836" b="3331"/>
          <a:stretch>
            <a:fillRect/>
          </a:stretch>
        </p:blipFill>
        <p:spPr>
          <a:xfrm>
            <a:off x="4561252" y="151082"/>
            <a:ext cx="7512760" cy="22971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2170C1-31EE-AE65-E525-98471D194B63}"/>
              </a:ext>
            </a:extLst>
          </p:cNvPr>
          <p:cNvSpPr txBox="1"/>
          <p:nvPr/>
        </p:nvSpPr>
        <p:spPr>
          <a:xfrm>
            <a:off x="8032955" y="6230712"/>
            <a:ext cx="4798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6"/>
              </a:rPr>
              <a:t>Kalergis et al. (2001). </a:t>
            </a:r>
            <a:r>
              <a:rPr lang="en-IN" sz="1600" i="1" dirty="0">
                <a:hlinkClick r:id="rId6"/>
              </a:rPr>
              <a:t>Nature Communications 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3925467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9FB5E-8819-D720-E5B8-4DD0C6EE0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3B7085-5073-3245-5991-00C283C7A8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22"/>
          <a:stretch>
            <a:fillRect/>
          </a:stretch>
        </p:blipFill>
        <p:spPr>
          <a:xfrm>
            <a:off x="3930580" y="235974"/>
            <a:ext cx="8015613" cy="6235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899608-063B-829A-E51A-B63D2871998F}"/>
              </a:ext>
            </a:extLst>
          </p:cNvPr>
          <p:cNvSpPr txBox="1"/>
          <p:nvPr/>
        </p:nvSpPr>
        <p:spPr>
          <a:xfrm>
            <a:off x="0" y="6471134"/>
            <a:ext cx="588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Travaglino et al. (2026). </a:t>
            </a:r>
            <a:r>
              <a:rPr lang="en-IN" sz="1600" i="1" dirty="0">
                <a:hlinkClick r:id="rId3"/>
              </a:rPr>
              <a:t>Experimental and Molecular Medicine</a:t>
            </a:r>
            <a:endParaRPr lang="en-IN" sz="1600" i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EA206D7-61D7-752E-5922-E23BDF81DB0F}"/>
              </a:ext>
            </a:extLst>
          </p:cNvPr>
          <p:cNvSpPr/>
          <p:nvPr/>
        </p:nvSpPr>
        <p:spPr>
          <a:xfrm>
            <a:off x="634289" y="599768"/>
            <a:ext cx="2730829" cy="609600"/>
          </a:xfrm>
          <a:prstGeom prst="roundRect">
            <a:avLst/>
          </a:pr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cell Signaling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483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7417-1975-0265-C697-C01C1E7B0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6B2CB1-AB4C-B426-F487-EDC8B20B5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85"/>
          <a:stretch>
            <a:fillRect/>
          </a:stretch>
        </p:blipFill>
        <p:spPr>
          <a:xfrm>
            <a:off x="3257544" y="384864"/>
            <a:ext cx="8744726" cy="55243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BB1162-7677-580C-5BC1-8993C2EB3282}"/>
              </a:ext>
            </a:extLst>
          </p:cNvPr>
          <p:cNvSpPr txBox="1"/>
          <p:nvPr/>
        </p:nvSpPr>
        <p:spPr>
          <a:xfrm>
            <a:off x="8740878" y="6463304"/>
            <a:ext cx="3569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hlinkClick r:id="rId3"/>
              </a:rPr>
              <a:t>Weigelin et al. (2022). </a:t>
            </a:r>
            <a:r>
              <a:rPr lang="nl-NL" sz="1600" i="1" dirty="0">
                <a:hlinkClick r:id="rId3"/>
              </a:rPr>
              <a:t>Trends in Cancer</a:t>
            </a:r>
            <a:endParaRPr lang="en-IN" sz="1600" i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8C100F-F4EF-CB66-F255-AC3DC438AFD9}"/>
              </a:ext>
            </a:extLst>
          </p:cNvPr>
          <p:cNvSpPr/>
          <p:nvPr/>
        </p:nvSpPr>
        <p:spPr>
          <a:xfrm>
            <a:off x="634289" y="599768"/>
            <a:ext cx="2730829" cy="609600"/>
          </a:xfrm>
          <a:prstGeom prst="roundRect">
            <a:avLst/>
          </a:pr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cell Signaling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157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847806-BD8E-DAD5-1B4D-CC76AB4C71AB}"/>
              </a:ext>
            </a:extLst>
          </p:cNvPr>
          <p:cNvSpPr/>
          <p:nvPr/>
        </p:nvSpPr>
        <p:spPr>
          <a:xfrm>
            <a:off x="956268" y="467031"/>
            <a:ext cx="10279464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of CAR-T cell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E34E8F-FC2F-208F-2637-4F5E11ADA8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4" t="13907" r="7063" b="18997"/>
          <a:stretch>
            <a:fillRect/>
          </a:stretch>
        </p:blipFill>
        <p:spPr bwMode="auto">
          <a:xfrm>
            <a:off x="2566220" y="1553496"/>
            <a:ext cx="6666271" cy="4244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F10E58-20B0-D79A-62B3-CF1E2FCB1F3F}"/>
              </a:ext>
            </a:extLst>
          </p:cNvPr>
          <p:cNvSpPr txBox="1"/>
          <p:nvPr/>
        </p:nvSpPr>
        <p:spPr>
          <a:xfrm>
            <a:off x="9104672" y="6519446"/>
            <a:ext cx="4041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Tariq et al., (2018). Springer Nature</a:t>
            </a:r>
          </a:p>
        </p:txBody>
      </p:sp>
    </p:spTree>
    <p:extLst>
      <p:ext uri="{BB962C8B-B14F-4D97-AF65-F5344CB8AC3E}">
        <p14:creationId xmlns:p14="http://schemas.microsoft.com/office/powerpoint/2010/main" val="2078287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AA300-86BC-4B82-DA8F-71FC0999E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C081A73-075D-FE57-5277-CFD5BB643BA2}"/>
              </a:ext>
            </a:extLst>
          </p:cNvPr>
          <p:cNvSpPr/>
          <p:nvPr/>
        </p:nvSpPr>
        <p:spPr>
          <a:xfrm>
            <a:off x="956268" y="467031"/>
            <a:ext cx="10279464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of CAR-T cell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DBA705-FCCA-1EE4-CB30-F6D36A3328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4" t="13907" r="7063" b="18997"/>
          <a:stretch>
            <a:fillRect/>
          </a:stretch>
        </p:blipFill>
        <p:spPr bwMode="auto">
          <a:xfrm>
            <a:off x="304953" y="1120877"/>
            <a:ext cx="1720645" cy="1095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E65EDE-529D-EC1C-9036-AB116C6A4556}"/>
              </a:ext>
            </a:extLst>
          </p:cNvPr>
          <p:cNvSpPr txBox="1"/>
          <p:nvPr/>
        </p:nvSpPr>
        <p:spPr>
          <a:xfrm>
            <a:off x="7964130" y="6519446"/>
            <a:ext cx="5112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Tokarew et al., (2018). </a:t>
            </a:r>
            <a:r>
              <a:rPr lang="en-IN" sz="1600" i="1" dirty="0">
                <a:hlinkClick r:id="rId3"/>
              </a:rPr>
              <a:t>British Journal of Cancer</a:t>
            </a:r>
            <a:endParaRPr lang="en-IN" sz="1600" i="1" dirty="0"/>
          </a:p>
        </p:txBody>
      </p:sp>
      <p:pic>
        <p:nvPicPr>
          <p:cNvPr id="2050" name="Picture 2" descr="Fig. 1">
            <a:extLst>
              <a:ext uri="{FF2B5EF4-FFF2-40B4-BE49-F238E27FC236}">
                <a16:creationId xmlns:a16="http://schemas.microsoft.com/office/drawing/2014/main" id="{31F04CB1-7181-0DC8-5801-D94035010B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" t="40370" b="-1"/>
          <a:stretch>
            <a:fillRect/>
          </a:stretch>
        </p:blipFill>
        <p:spPr bwMode="auto">
          <a:xfrm>
            <a:off x="2217983" y="1120877"/>
            <a:ext cx="8919427" cy="536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DE88EB-1DA1-7D1C-7943-1F79A090ED6E}"/>
              </a:ext>
            </a:extLst>
          </p:cNvPr>
          <p:cNvSpPr/>
          <p:nvPr/>
        </p:nvSpPr>
        <p:spPr>
          <a:xfrm>
            <a:off x="3706761" y="1327355"/>
            <a:ext cx="1710813" cy="4041058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433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D99F3-82D7-FE95-F615-4CAF0529B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DF8D3E4-E667-0CC6-017C-C7536CAB73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63" r="43425" b="42094"/>
          <a:stretch>
            <a:fillRect/>
          </a:stretch>
        </p:blipFill>
        <p:spPr bwMode="auto">
          <a:xfrm>
            <a:off x="8133924" y="189515"/>
            <a:ext cx="3758636" cy="315181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18677B-0FF9-A987-FBBB-F655B38834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9" t="61685"/>
          <a:stretch>
            <a:fillRect/>
          </a:stretch>
        </p:blipFill>
        <p:spPr bwMode="auto">
          <a:xfrm>
            <a:off x="770421" y="953729"/>
            <a:ext cx="6748607" cy="249190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EA7521B1-32B5-0991-7206-477AE6081A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20" t="6854" b="42095"/>
          <a:stretch>
            <a:fillRect/>
          </a:stretch>
        </p:blipFill>
        <p:spPr bwMode="auto">
          <a:xfrm>
            <a:off x="8716107" y="3429000"/>
            <a:ext cx="3123137" cy="33163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9A08CE-39C2-3EA6-C748-91DC3FA29400}"/>
              </a:ext>
            </a:extLst>
          </p:cNvPr>
          <p:cNvSpPr/>
          <p:nvPr/>
        </p:nvSpPr>
        <p:spPr>
          <a:xfrm>
            <a:off x="956266" y="332788"/>
            <a:ext cx="6376915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Landscape of Synapses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A7084E-3CCD-754B-DFCC-FD89669EC5BD}"/>
              </a:ext>
            </a:extLst>
          </p:cNvPr>
          <p:cNvSpPr txBox="1"/>
          <p:nvPr/>
        </p:nvSpPr>
        <p:spPr>
          <a:xfrm>
            <a:off x="4842869" y="3104682"/>
            <a:ext cx="4395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Davenport et al. (2018). </a:t>
            </a:r>
            <a:r>
              <a:rPr lang="en-IN" sz="1600" i="1" dirty="0">
                <a:hlinkClick r:id="rId3"/>
              </a:rPr>
              <a:t>PNAS</a:t>
            </a:r>
            <a:endParaRPr lang="en-IN" sz="1600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E5517E-14FD-2F66-0D0E-13C63D1EB7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87" t="2888" r="731"/>
          <a:stretch>
            <a:fillRect/>
          </a:stretch>
        </p:blipFill>
        <p:spPr>
          <a:xfrm>
            <a:off x="571111" y="3547538"/>
            <a:ext cx="7647815" cy="28521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96E939-63C5-16BA-B350-2BB088B18F2F}"/>
              </a:ext>
            </a:extLst>
          </p:cNvPr>
          <p:cNvSpPr txBox="1"/>
          <p:nvPr/>
        </p:nvSpPr>
        <p:spPr>
          <a:xfrm>
            <a:off x="521108" y="6399736"/>
            <a:ext cx="387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5"/>
              </a:rPr>
              <a:t>Xiong et al. (2023). </a:t>
            </a:r>
            <a:r>
              <a:rPr lang="en-IN" sz="1600" i="1" dirty="0">
                <a:hlinkClick r:id="rId5"/>
              </a:rPr>
              <a:t>Biophysical Journal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260666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24DDD-001F-7293-12D5-E6AE92EF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0C1743-3850-8915-254D-523265E3DB0C}"/>
              </a:ext>
            </a:extLst>
          </p:cNvPr>
          <p:cNvSpPr/>
          <p:nvPr/>
        </p:nvSpPr>
        <p:spPr>
          <a:xfrm>
            <a:off x="779288" y="791495"/>
            <a:ext cx="4367572" cy="100780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Challenges in Current</a:t>
            </a:r>
          </a:p>
          <a:p>
            <a:pPr algn="ctr"/>
            <a:r>
              <a:rPr lang="en-IN" sz="2800" b="1" dirty="0">
                <a:solidFill>
                  <a:schemeClr val="tx1"/>
                </a:solidFill>
              </a:rPr>
              <a:t> CAR-T Cell Therapy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FFFB3-2C36-BDEE-0BCB-FB5826265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726" y="2494872"/>
            <a:ext cx="1578699" cy="164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2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1F6C2-7C08-51E3-AA51-8EB1A30D8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0EEFF5-231A-719D-99DE-61141C805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574" y="1837440"/>
            <a:ext cx="8201523" cy="40939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7FE73A-E1D4-4F8E-E485-707EC0C2A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45" y="926566"/>
            <a:ext cx="4825880" cy="2093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720E7D-557B-CDF6-BF4A-DFB4C96BC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45" y="3084997"/>
            <a:ext cx="2508706" cy="688006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F7B12C-E1D1-2912-91EC-E2A9565A08A6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1458742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A78495-29EB-AA96-FCBD-391E0FC5C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422" y="3429000"/>
            <a:ext cx="4455514" cy="33586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6A9DCB-2603-5E20-DD2B-F3A61EBFF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91" y="885589"/>
            <a:ext cx="6607180" cy="25468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B4DE5F-18FC-AFCF-4866-D13DBC9CB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822" y="1022457"/>
            <a:ext cx="1914973" cy="325277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90B6CD8-1774-BE6C-D283-1B0B9782AA59}"/>
              </a:ext>
            </a:extLst>
          </p:cNvPr>
          <p:cNvGrpSpPr/>
          <p:nvPr/>
        </p:nvGrpSpPr>
        <p:grpSpPr>
          <a:xfrm>
            <a:off x="8229822" y="1022457"/>
            <a:ext cx="535123" cy="1840900"/>
            <a:chOff x="8096553" y="807945"/>
            <a:chExt cx="535123" cy="18409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554B9BB-553E-4AC4-70BD-7E8EF050C986}"/>
                </a:ext>
              </a:extLst>
            </p:cNvPr>
            <p:cNvSpPr/>
            <p:nvPr/>
          </p:nvSpPr>
          <p:spPr>
            <a:xfrm>
              <a:off x="8285118" y="807945"/>
              <a:ext cx="346558" cy="2453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085F749-4F78-2E5C-9690-BF64D23A13E4}"/>
                </a:ext>
              </a:extLst>
            </p:cNvPr>
            <p:cNvSpPr/>
            <p:nvPr/>
          </p:nvSpPr>
          <p:spPr>
            <a:xfrm rot="5400000">
              <a:off x="7958074" y="2243827"/>
              <a:ext cx="543497" cy="2665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C49DA99-EDB6-C294-846A-810EE3D3E166}"/>
              </a:ext>
            </a:extLst>
          </p:cNvPr>
          <p:cNvSpPr txBox="1"/>
          <p:nvPr/>
        </p:nvSpPr>
        <p:spPr>
          <a:xfrm>
            <a:off x="7482348" y="4806427"/>
            <a:ext cx="4129549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4-1BB </a:t>
            </a:r>
            <a:r>
              <a:rPr lang="en-IN" b="1" dirty="0" err="1"/>
              <a:t>costimulation</a:t>
            </a:r>
            <a:r>
              <a:rPr lang="en-IN" b="1" dirty="0"/>
              <a:t> improves the persistence of CAR-T cells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272AFB-B9C0-FCE5-09F8-DE6F7EE0FDD4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2642124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51C9789-2B0B-E9F8-C284-95C0E9266D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811"/>
          <a:stretch>
            <a:fillRect/>
          </a:stretch>
        </p:blipFill>
        <p:spPr>
          <a:xfrm>
            <a:off x="9222678" y="1929603"/>
            <a:ext cx="2714677" cy="33012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0108C6-68D2-3995-2499-651F92A794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45256"/>
          <a:stretch>
            <a:fillRect/>
          </a:stretch>
        </p:blipFill>
        <p:spPr>
          <a:xfrm>
            <a:off x="6388836" y="959169"/>
            <a:ext cx="2714677" cy="39993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D34C8C8-F52F-A930-BEEB-4B9C30CB29EF}"/>
              </a:ext>
            </a:extLst>
          </p:cNvPr>
          <p:cNvSpPr txBox="1"/>
          <p:nvPr/>
        </p:nvSpPr>
        <p:spPr>
          <a:xfrm>
            <a:off x="721918" y="3753516"/>
            <a:ext cx="4980694" cy="1477328"/>
          </a:xfrm>
          <a:prstGeom prst="rect">
            <a:avLst/>
          </a:prstGeom>
          <a:solidFill>
            <a:srgbClr val="EEF1FE"/>
          </a:solidFill>
          <a:ln w="1905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Hypoxia (EGLN3, EGR1, PTGIS, ID1), </a:t>
            </a:r>
          </a:p>
          <a:p>
            <a:pPr algn="ctr"/>
            <a:r>
              <a:rPr lang="en-IN" b="1" dirty="0"/>
              <a:t>Apoptosis (ID1) and </a:t>
            </a:r>
          </a:p>
          <a:p>
            <a:pPr algn="ctr"/>
            <a:r>
              <a:rPr lang="en-IN" b="1" dirty="0"/>
              <a:t>Metabolism (GLUL, ATP10D, SMPDL3A), </a:t>
            </a:r>
          </a:p>
          <a:p>
            <a:pPr algn="ctr"/>
            <a:r>
              <a:rPr lang="en-IN" b="1" dirty="0"/>
              <a:t>Or T cell suppressive pathways (CTLA4, CD38, LGMN, CLECL1, ENTPD1, KLRC1/2)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9B42F5-0F18-321C-7309-4B3498713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45" y="807945"/>
            <a:ext cx="6318875" cy="22965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401EF-4431-6AE8-FA2C-279A62F29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034" y="988351"/>
            <a:ext cx="1743318" cy="924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044BCC-5848-B009-C9FA-DD9B8EA253FE}"/>
              </a:ext>
            </a:extLst>
          </p:cNvPr>
          <p:cNvSpPr txBox="1"/>
          <p:nvPr/>
        </p:nvSpPr>
        <p:spPr>
          <a:xfrm>
            <a:off x="0" y="6074064"/>
            <a:ext cx="12192000" cy="461665"/>
          </a:xfrm>
          <a:prstGeom prst="rect">
            <a:avLst/>
          </a:prstGeom>
          <a:solidFill>
            <a:srgbClr val="CDAEF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4-1BB </a:t>
            </a:r>
            <a:r>
              <a:rPr lang="en-IN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Costimulation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Counteracts Exhaustion</a:t>
            </a:r>
            <a:endParaRPr lang="en-IN" sz="2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0B8164-4D57-91F8-2B2D-0753CFE8787A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22179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8E94E-BE6A-14B2-F060-ACC52F8D1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C3DEEC9-5643-1E7A-DD18-0B9826169513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</a:p>
        </p:txBody>
      </p:sp>
    </p:spTree>
    <p:extLst>
      <p:ext uri="{BB962C8B-B14F-4D97-AF65-F5344CB8AC3E}">
        <p14:creationId xmlns:p14="http://schemas.microsoft.com/office/powerpoint/2010/main" val="3575870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DBE5B3-8824-1115-79A5-10DCC3462801}"/>
              </a:ext>
            </a:extLst>
          </p:cNvPr>
          <p:cNvSpPr/>
          <p:nvPr/>
        </p:nvSpPr>
        <p:spPr>
          <a:xfrm>
            <a:off x="1472460" y="1750141"/>
            <a:ext cx="9724103" cy="924232"/>
          </a:xfrm>
          <a:prstGeom prst="rect">
            <a:avLst/>
          </a:prstGeom>
          <a:solidFill>
            <a:srgbClr val="F6DDA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EEBD4A-4295-B706-3BE6-0756C26E73CA}"/>
              </a:ext>
            </a:extLst>
          </p:cNvPr>
          <p:cNvSpPr/>
          <p:nvPr/>
        </p:nvSpPr>
        <p:spPr>
          <a:xfrm>
            <a:off x="956266" y="1750141"/>
            <a:ext cx="1032387" cy="924232"/>
          </a:xfrm>
          <a:prstGeom prst="ellipse">
            <a:avLst/>
          </a:prstGeom>
          <a:solidFill>
            <a:srgbClr val="F6DDA0"/>
          </a:solidFill>
          <a:ln w="57150"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B464BC-482B-1B0F-FCF9-5791624770D7}"/>
              </a:ext>
            </a:extLst>
          </p:cNvPr>
          <p:cNvSpPr/>
          <p:nvPr/>
        </p:nvSpPr>
        <p:spPr>
          <a:xfrm>
            <a:off x="1472460" y="3170034"/>
            <a:ext cx="9724103" cy="9242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6D33A70-2CDC-9A6D-EF07-761382D00167}"/>
              </a:ext>
            </a:extLst>
          </p:cNvPr>
          <p:cNvSpPr/>
          <p:nvPr/>
        </p:nvSpPr>
        <p:spPr>
          <a:xfrm>
            <a:off x="956266" y="3170034"/>
            <a:ext cx="1032387" cy="92423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555B89-D334-B22C-7793-AB4E722712B6}"/>
              </a:ext>
            </a:extLst>
          </p:cNvPr>
          <p:cNvSpPr/>
          <p:nvPr/>
        </p:nvSpPr>
        <p:spPr>
          <a:xfrm>
            <a:off x="1472460" y="4783393"/>
            <a:ext cx="9724103" cy="9242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To Understand the Parameters of Ag-Ab Binding which Affects the Amplitude of the Signal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9B4BC3-7301-715B-A3A9-9EB3CAD85EBA}"/>
              </a:ext>
            </a:extLst>
          </p:cNvPr>
          <p:cNvSpPr/>
          <p:nvPr/>
        </p:nvSpPr>
        <p:spPr>
          <a:xfrm>
            <a:off x="956266" y="4773561"/>
            <a:ext cx="1032387" cy="924232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4CF3B68-1161-E6CB-7653-C2AA317F85FD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1563434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D142E-809A-A2FB-0DCE-6E12A5328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05AB1A-45F0-47F4-6E0A-8522D347AA35}"/>
              </a:ext>
            </a:extLst>
          </p:cNvPr>
          <p:cNvSpPr/>
          <p:nvPr/>
        </p:nvSpPr>
        <p:spPr>
          <a:xfrm>
            <a:off x="956266" y="254061"/>
            <a:ext cx="10279464" cy="62101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1.1 To develop scFv mutant library of CAR &amp; make mutant CARPOOL T cells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0E642D2-3FC5-5518-4B42-2008CA9596C2}"/>
              </a:ext>
            </a:extLst>
          </p:cNvPr>
          <p:cNvGrpSpPr/>
          <p:nvPr/>
        </p:nvGrpSpPr>
        <p:grpSpPr>
          <a:xfrm>
            <a:off x="4857138" y="1012724"/>
            <a:ext cx="7118555" cy="5801032"/>
            <a:chOff x="108154" y="988142"/>
            <a:chExt cx="7118555" cy="58010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47C9B57-6D66-8048-F5B7-13312506C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8" t="8889" r="3615" b="6523"/>
            <a:stretch>
              <a:fillRect/>
            </a:stretch>
          </p:blipFill>
          <p:spPr>
            <a:xfrm>
              <a:off x="108154" y="988142"/>
              <a:ext cx="7118555" cy="580103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4280405-BAC0-C759-5978-E0010F2F8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056" b="89391"/>
            <a:stretch>
              <a:fillRect/>
            </a:stretch>
          </p:blipFill>
          <p:spPr>
            <a:xfrm>
              <a:off x="108154" y="6055094"/>
              <a:ext cx="1925786" cy="73408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C290F14-E8B9-EE96-CFD7-2A0EB6AF1A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62" t="11831" r="17462" b="5012"/>
          <a:stretch>
            <a:fillRect/>
          </a:stretch>
        </p:blipFill>
        <p:spPr>
          <a:xfrm>
            <a:off x="1270898" y="1229033"/>
            <a:ext cx="2075491" cy="23302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37A773-846A-130E-F648-902193C26BEF}"/>
              </a:ext>
            </a:extLst>
          </p:cNvPr>
          <p:cNvSpPr txBox="1"/>
          <p:nvPr/>
        </p:nvSpPr>
        <p:spPr>
          <a:xfrm>
            <a:off x="334296" y="3913240"/>
            <a:ext cx="4522839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CD19 as target antigen: B cell malignancies</a:t>
            </a:r>
          </a:p>
          <a:p>
            <a:endParaRPr lang="en-IN" b="1" dirty="0"/>
          </a:p>
          <a:p>
            <a:r>
              <a:rPr lang="en-IN" b="1" dirty="0"/>
              <a:t>FDA approved CAR-T cell therapies (includes </a:t>
            </a:r>
            <a:r>
              <a:rPr lang="en-IN" b="1" dirty="0" err="1"/>
              <a:t>Kymirah</a:t>
            </a:r>
            <a:r>
              <a:rPr lang="en-IN" b="1" dirty="0"/>
              <a:t>, </a:t>
            </a:r>
            <a:r>
              <a:rPr lang="en-IN" b="1" dirty="0" err="1"/>
              <a:t>Yescarta</a:t>
            </a:r>
            <a:r>
              <a:rPr lang="en-IN" b="1" dirty="0"/>
              <a:t>) target CD19 </a:t>
            </a:r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D079FB-4FD6-FA8E-05DE-6F8AC3A9E24D}"/>
              </a:ext>
            </a:extLst>
          </p:cNvPr>
          <p:cNvSpPr txBox="1"/>
          <p:nvPr/>
        </p:nvSpPr>
        <p:spPr>
          <a:xfrm>
            <a:off x="2910347" y="1300646"/>
            <a:ext cx="865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75000"/>
                  </a:schemeClr>
                </a:solidFill>
              </a:rPr>
              <a:t>CD19</a:t>
            </a:r>
          </a:p>
        </p:txBody>
      </p:sp>
    </p:spTree>
    <p:extLst>
      <p:ext uri="{BB962C8B-B14F-4D97-AF65-F5344CB8AC3E}">
        <p14:creationId xmlns:p14="http://schemas.microsoft.com/office/powerpoint/2010/main" val="394555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4F2F0-4B27-AB6F-3DBC-F5D47FD61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4E6ED78-5017-E4BB-2D26-B1AB8F3A7E2D}"/>
              </a:ext>
            </a:extLst>
          </p:cNvPr>
          <p:cNvSpPr txBox="1"/>
          <p:nvPr/>
        </p:nvSpPr>
        <p:spPr>
          <a:xfrm>
            <a:off x="9024905" y="3274143"/>
            <a:ext cx="30884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5CB0C4"/>
                </a:solidFill>
              </a:rPr>
              <a:t>Anti-CD19 </a:t>
            </a:r>
            <a:r>
              <a:rPr lang="en-IN" b="1" dirty="0" err="1">
                <a:solidFill>
                  <a:srgbClr val="5CB0C4"/>
                </a:solidFill>
              </a:rPr>
              <a:t>scFv</a:t>
            </a:r>
            <a:r>
              <a:rPr lang="en-IN" b="1" dirty="0">
                <a:solidFill>
                  <a:srgbClr val="5CB0C4"/>
                </a:solidFill>
              </a:rPr>
              <a:t> (FMC63)</a:t>
            </a:r>
          </a:p>
          <a:p>
            <a:r>
              <a:rPr lang="en-IN" b="1" dirty="0">
                <a:solidFill>
                  <a:srgbClr val="008000"/>
                </a:solidFill>
              </a:rPr>
              <a:t>CD19 (7URV)</a:t>
            </a:r>
          </a:p>
          <a:p>
            <a:endParaRPr lang="en-IN" dirty="0"/>
          </a:p>
          <a:p>
            <a:r>
              <a:rPr lang="en-IN" dirty="0"/>
              <a:t>Interacting residues selected from Anti-CD19 scFv (based on greater interacting surface </a:t>
            </a:r>
            <a:r>
              <a:rPr lang="en-IN" dirty="0" err="1"/>
              <a:t>i.e</a:t>
            </a:r>
            <a:r>
              <a:rPr lang="en-IN" dirty="0"/>
              <a:t>, buried SASA = 35</a:t>
            </a:r>
            <a:r>
              <a:rPr lang="en-IN" b="1" dirty="0">
                <a:latin typeface="Abadi ExtraLight" panose="020F0502020204030204" pitchFamily="34" charset="0"/>
              </a:rPr>
              <a:t>Å</a:t>
            </a:r>
            <a:r>
              <a:rPr lang="en-IN" dirty="0"/>
              <a:t>):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Tyrosine, 260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DF4DCE"/>
                </a:solidFill>
              </a:rPr>
              <a:t>Tyrosine, 261</a:t>
            </a: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FF0000"/>
                </a:solidFill>
              </a:rPr>
              <a:t>Serine, 214</a:t>
            </a:r>
          </a:p>
        </p:txBody>
      </p:sp>
      <p:pic>
        <p:nvPicPr>
          <p:cNvPr id="6" name="movie3">
            <a:hlinkClick r:id="" action="ppaction://media"/>
            <a:extLst>
              <a:ext uri="{FF2B5EF4-FFF2-40B4-BE49-F238E27FC236}">
                <a16:creationId xmlns:a16="http://schemas.microsoft.com/office/drawing/2014/main" id="{184BB898-61C7-F853-F636-CA90A8C5F7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8658" y="1317522"/>
            <a:ext cx="8431882" cy="5107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F124BB-68CB-876B-FCD6-26C878479F1A}"/>
              </a:ext>
            </a:extLst>
          </p:cNvPr>
          <p:cNvSpPr txBox="1"/>
          <p:nvPr/>
        </p:nvSpPr>
        <p:spPr>
          <a:xfrm>
            <a:off x="10491019" y="6519446"/>
            <a:ext cx="21041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PDB &amp; </a:t>
            </a:r>
            <a:r>
              <a:rPr lang="en-IN" sz="1600" dirty="0" err="1"/>
              <a:t>ChimeraX</a:t>
            </a:r>
            <a:endParaRPr lang="en-IN" sz="16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A665A8-3417-FB94-1750-92363D951E16}"/>
              </a:ext>
            </a:extLst>
          </p:cNvPr>
          <p:cNvSpPr/>
          <p:nvPr/>
        </p:nvSpPr>
        <p:spPr>
          <a:xfrm>
            <a:off x="956266" y="254061"/>
            <a:ext cx="10279464" cy="62101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1.1 To develop scFv mutant library of CAR &amp; make mutant CARPOOL T cells</a:t>
            </a:r>
          </a:p>
        </p:txBody>
      </p:sp>
    </p:spTree>
    <p:extLst>
      <p:ext uri="{BB962C8B-B14F-4D97-AF65-F5344CB8AC3E}">
        <p14:creationId xmlns:p14="http://schemas.microsoft.com/office/powerpoint/2010/main" val="313510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ACA4-05AC-DA49-002E-AC05DF483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D33F4C4-8AF7-5421-0191-68121B192D7A}"/>
              </a:ext>
            </a:extLst>
          </p:cNvPr>
          <p:cNvSpPr txBox="1"/>
          <p:nvPr/>
        </p:nvSpPr>
        <p:spPr>
          <a:xfrm>
            <a:off x="9024905" y="3274143"/>
            <a:ext cx="30884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5CB0C4"/>
                </a:solidFill>
              </a:rPr>
              <a:t>Anti-CD19 </a:t>
            </a:r>
            <a:r>
              <a:rPr lang="en-IN" b="1" dirty="0" err="1">
                <a:solidFill>
                  <a:srgbClr val="5CB0C4"/>
                </a:solidFill>
              </a:rPr>
              <a:t>scFv</a:t>
            </a:r>
            <a:r>
              <a:rPr lang="en-IN" b="1" dirty="0">
                <a:solidFill>
                  <a:srgbClr val="5CB0C4"/>
                </a:solidFill>
              </a:rPr>
              <a:t> (FMC63)</a:t>
            </a:r>
          </a:p>
          <a:p>
            <a:r>
              <a:rPr lang="en-IN" b="1" dirty="0">
                <a:solidFill>
                  <a:srgbClr val="008000"/>
                </a:solidFill>
              </a:rPr>
              <a:t>CD19 (7URV)</a:t>
            </a:r>
          </a:p>
          <a:p>
            <a:endParaRPr lang="en-IN" dirty="0"/>
          </a:p>
          <a:p>
            <a:r>
              <a:rPr lang="en-IN" dirty="0"/>
              <a:t>Interacting residues selected from Anti-CD19 scFv (based on greater interacting surface </a:t>
            </a:r>
            <a:r>
              <a:rPr lang="en-IN" dirty="0" err="1"/>
              <a:t>i.e</a:t>
            </a:r>
            <a:r>
              <a:rPr lang="en-IN" dirty="0"/>
              <a:t>, buried SASA = 35</a:t>
            </a:r>
            <a:r>
              <a:rPr lang="en-IN" b="1" dirty="0">
                <a:latin typeface="Abadi ExtraLight" panose="020F0502020204030204" pitchFamily="34" charset="0"/>
              </a:rPr>
              <a:t>Å</a:t>
            </a:r>
            <a:r>
              <a:rPr lang="en-IN" dirty="0"/>
              <a:t>):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Tyrosine, 260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DF4DCE"/>
                </a:solidFill>
              </a:rPr>
              <a:t>Tyrosine, 261</a:t>
            </a: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FF0000"/>
                </a:solidFill>
              </a:rPr>
              <a:t>Serine, 214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A31227-ED1D-B643-51AC-FB57C372F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46" t="9017" r="9851" b="16479"/>
          <a:stretch>
            <a:fillRect/>
          </a:stretch>
        </p:blipFill>
        <p:spPr>
          <a:xfrm>
            <a:off x="1410929" y="1681316"/>
            <a:ext cx="6843252" cy="4689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C035F8-B015-3D77-7DE6-FCBE7BD17EBD}"/>
              </a:ext>
            </a:extLst>
          </p:cNvPr>
          <p:cNvSpPr txBox="1"/>
          <p:nvPr/>
        </p:nvSpPr>
        <p:spPr>
          <a:xfrm>
            <a:off x="10491019" y="6519446"/>
            <a:ext cx="21041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PDB &amp; </a:t>
            </a:r>
            <a:r>
              <a:rPr lang="en-IN" sz="1600" dirty="0" err="1"/>
              <a:t>ChimeraX</a:t>
            </a:r>
            <a:endParaRPr lang="en-IN" sz="1600" dirty="0"/>
          </a:p>
        </p:txBody>
      </p:sp>
      <p:pic>
        <p:nvPicPr>
          <p:cNvPr id="7" name="movie3">
            <a:hlinkClick r:id="" action="ppaction://media"/>
            <a:extLst>
              <a:ext uri="{FF2B5EF4-FFF2-40B4-BE49-F238E27FC236}">
                <a16:creationId xmlns:a16="http://schemas.microsoft.com/office/drawing/2014/main" id="{531F1FA2-0AA0-B778-E147-71A1BACB881D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7199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947354" y="1277932"/>
            <a:ext cx="2762311" cy="16733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9282CF-49D1-A6C9-8428-A0300A87AB77}"/>
              </a:ext>
            </a:extLst>
          </p:cNvPr>
          <p:cNvSpPr/>
          <p:nvPr/>
        </p:nvSpPr>
        <p:spPr>
          <a:xfrm>
            <a:off x="956266" y="254061"/>
            <a:ext cx="10279464" cy="62101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1.1 To develop scFv mutant library of CAR &amp; make mutant CARPOOL T cells</a:t>
            </a:r>
          </a:p>
        </p:txBody>
      </p:sp>
    </p:spTree>
    <p:extLst>
      <p:ext uri="{BB962C8B-B14F-4D97-AF65-F5344CB8AC3E}">
        <p14:creationId xmlns:p14="http://schemas.microsoft.com/office/powerpoint/2010/main" val="510184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1B3CC-4F73-F70F-277A-B1ADFCD59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F133EBF-B14F-4FD7-147C-82EB52060EDE}"/>
              </a:ext>
            </a:extLst>
          </p:cNvPr>
          <p:cNvSpPr/>
          <p:nvPr/>
        </p:nvSpPr>
        <p:spPr>
          <a:xfrm>
            <a:off x="956266" y="254061"/>
            <a:ext cx="10279464" cy="62101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1.1 To develop scFv mutant library of CAR &amp; make mutant CARPOOL T cells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1CC45D-17EC-6B6B-87FA-F5B0F863C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346365"/>
              </p:ext>
            </p:extLst>
          </p:nvPr>
        </p:nvGraphicFramePr>
        <p:xfrm>
          <a:off x="956266" y="1945640"/>
          <a:ext cx="692191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74">
                  <a:extLst>
                    <a:ext uri="{9D8B030D-6E8A-4147-A177-3AD203B41FA5}">
                      <a16:colId xmlns:a16="http://schemas.microsoft.com/office/drawing/2014/main" val="2866990760"/>
                    </a:ext>
                  </a:extLst>
                </a:gridCol>
                <a:gridCol w="2989007">
                  <a:extLst>
                    <a:ext uri="{9D8B030D-6E8A-4147-A177-3AD203B41FA5}">
                      <a16:colId xmlns:a16="http://schemas.microsoft.com/office/drawing/2014/main" val="3379436587"/>
                    </a:ext>
                  </a:extLst>
                </a:gridCol>
                <a:gridCol w="1248696">
                  <a:extLst>
                    <a:ext uri="{9D8B030D-6E8A-4147-A177-3AD203B41FA5}">
                      <a16:colId xmlns:a16="http://schemas.microsoft.com/office/drawing/2014/main" val="2821987500"/>
                    </a:ext>
                  </a:extLst>
                </a:gridCol>
                <a:gridCol w="1838633">
                  <a:extLst>
                    <a:ext uri="{9D8B030D-6E8A-4147-A177-3AD203B41FA5}">
                      <a16:colId xmlns:a16="http://schemas.microsoft.com/office/drawing/2014/main" val="2516875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Residues to be mutated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Mutant Residue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921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Serine(AGT), Tyrosine(TAT)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20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Serine(AGT), Tyrosine(TAT)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32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Serine(AGT), Tyrosine(TAT)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688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Serine(AGT), Tyrosine(TAT)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298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Serine(AGT), Tyrosine(TAT)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397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Tyrosine(TAT)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18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Serine(AGT)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7927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0D74A4-9582-625C-817C-4F0387F57781}"/>
                  </a:ext>
                </a:extLst>
              </p:cNvPr>
              <p:cNvSpPr txBox="1"/>
              <p:nvPr/>
            </p:nvSpPr>
            <p:spPr>
              <a:xfrm>
                <a:off x="7878176" y="2150253"/>
                <a:ext cx="4198376" cy="1242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Library complexity:</a:t>
                </a:r>
              </a:p>
              <a:p>
                <a:endParaRPr lang="en-I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dirty="0"/>
                  <a:t>(3 residues,7 codons) = 343 scFv mutants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0D74A4-9582-625C-817C-4F0387F57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176" y="2150253"/>
                <a:ext cx="4198376" cy="1242648"/>
              </a:xfrm>
              <a:prstGeom prst="rect">
                <a:avLst/>
              </a:prstGeom>
              <a:blipFill>
                <a:blip r:embed="rId2"/>
                <a:stretch>
                  <a:fillRect l="-1161" t="-2941" b="-34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5E83A89-7276-0E65-6A3B-36872B2DFFD2}"/>
              </a:ext>
            </a:extLst>
          </p:cNvPr>
          <p:cNvSpPr txBox="1"/>
          <p:nvPr/>
        </p:nvSpPr>
        <p:spPr>
          <a:xfrm>
            <a:off x="956266" y="1073223"/>
            <a:ext cx="5633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Creating scFv mutant library</a:t>
            </a:r>
          </a:p>
        </p:txBody>
      </p:sp>
    </p:spTree>
    <p:extLst>
      <p:ext uri="{BB962C8B-B14F-4D97-AF65-F5344CB8AC3E}">
        <p14:creationId xmlns:p14="http://schemas.microsoft.com/office/powerpoint/2010/main" val="2977267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487D9-458C-B5E4-A503-628B5ECE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931E83-746B-6D33-ACDA-CFC5D698997E}"/>
              </a:ext>
            </a:extLst>
          </p:cNvPr>
          <p:cNvSpPr/>
          <p:nvPr/>
        </p:nvSpPr>
        <p:spPr>
          <a:xfrm>
            <a:off x="956266" y="254061"/>
            <a:ext cx="10279464" cy="62101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1.1 To develop scFv mutant library of CAR &amp; make mutant CARPOOL T cells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D21C9C-1805-EC33-2580-A32165C53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699" y="1473333"/>
            <a:ext cx="7475914" cy="52304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F8EC8C-780D-C046-6FF5-779A30C9FC83}"/>
              </a:ext>
            </a:extLst>
          </p:cNvPr>
          <p:cNvSpPr txBox="1"/>
          <p:nvPr/>
        </p:nvSpPr>
        <p:spPr>
          <a:xfrm>
            <a:off x="956266" y="1073223"/>
            <a:ext cx="5633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Creating scFv mutant library</a:t>
            </a:r>
          </a:p>
        </p:txBody>
      </p:sp>
    </p:spTree>
    <p:extLst>
      <p:ext uri="{BB962C8B-B14F-4D97-AF65-F5344CB8AC3E}">
        <p14:creationId xmlns:p14="http://schemas.microsoft.com/office/powerpoint/2010/main" val="1520942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41E91-4BE0-9BC0-694F-DDD41423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D28971-F503-29F3-CAE0-864D7BC6F0AC}"/>
              </a:ext>
            </a:extLst>
          </p:cNvPr>
          <p:cNvSpPr/>
          <p:nvPr/>
        </p:nvSpPr>
        <p:spPr>
          <a:xfrm>
            <a:off x="956266" y="254061"/>
            <a:ext cx="10279464" cy="62101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1.1 To develop scFv mutant library of CAR &amp; make mutant CARPOOL T cells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AB833C-485E-89D9-271E-67B7E0933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" y="926714"/>
            <a:ext cx="8245970" cy="567722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81E1BAB-EB0E-9F78-8D9A-CDD1EA77368A}"/>
              </a:ext>
            </a:extLst>
          </p:cNvPr>
          <p:cNvCxnSpPr>
            <a:cxnSpLocks/>
          </p:cNvCxnSpPr>
          <p:nvPr/>
        </p:nvCxnSpPr>
        <p:spPr>
          <a:xfrm>
            <a:off x="8957186" y="1715085"/>
            <a:ext cx="0" cy="410048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438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A5486-5405-40C8-C461-0BBB2A86B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0AEA00-3ABB-D7B2-F806-CB762E41D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16" y="1635601"/>
            <a:ext cx="9305850" cy="413593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3DA651B-3F0D-CA44-3BCB-AE8B24F81AD9}"/>
              </a:ext>
            </a:extLst>
          </p:cNvPr>
          <p:cNvSpPr/>
          <p:nvPr/>
        </p:nvSpPr>
        <p:spPr>
          <a:xfrm>
            <a:off x="956266" y="254061"/>
            <a:ext cx="10279464" cy="62101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1.2 To develop scFv mutant library of CAR &amp; make mutant CARPOOL T cells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6598C-C30E-6516-AF6F-51C217C8B795}"/>
              </a:ext>
            </a:extLst>
          </p:cNvPr>
          <p:cNvSpPr txBox="1"/>
          <p:nvPr/>
        </p:nvSpPr>
        <p:spPr>
          <a:xfrm>
            <a:off x="1783937" y="1312436"/>
            <a:ext cx="2133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Inject </a:t>
            </a:r>
            <a:r>
              <a:rPr lang="en-IN" dirty="0" err="1"/>
              <a:t>Luciferinized</a:t>
            </a:r>
            <a:r>
              <a:rPr lang="en-IN" dirty="0"/>
              <a:t> NALM6 cells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28C88-A297-084A-F118-A3DF214D760A}"/>
              </a:ext>
            </a:extLst>
          </p:cNvPr>
          <p:cNvSpPr txBox="1"/>
          <p:nvPr/>
        </p:nvSpPr>
        <p:spPr>
          <a:xfrm>
            <a:off x="4100052" y="1312436"/>
            <a:ext cx="148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Inject CAR-T pool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371D84-540F-88EB-681C-B81EEC1DB987}"/>
              </a:ext>
            </a:extLst>
          </p:cNvPr>
          <p:cNvSpPr txBox="1"/>
          <p:nvPr/>
        </p:nvSpPr>
        <p:spPr>
          <a:xfrm>
            <a:off x="5767237" y="1312436"/>
            <a:ext cx="1020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Collect blood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737F6-A8F8-C9B4-2ABE-E80C5155B377}"/>
              </a:ext>
            </a:extLst>
          </p:cNvPr>
          <p:cNvSpPr txBox="1"/>
          <p:nvPr/>
        </p:nvSpPr>
        <p:spPr>
          <a:xfrm>
            <a:off x="7594403" y="1086465"/>
            <a:ext cx="2133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Collect spleen, Lymph node &amp; bone marrow &amp; Sacrifice moribund ones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E4B0CD-1837-AA8A-B388-8FFBD7D8592A}"/>
              </a:ext>
            </a:extLst>
          </p:cNvPr>
          <p:cNvSpPr txBox="1"/>
          <p:nvPr/>
        </p:nvSpPr>
        <p:spPr>
          <a:xfrm>
            <a:off x="8426245" y="567434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Rechallenge after 21 days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08233B-1D52-0336-E16E-344FA01FD92F}"/>
              </a:ext>
            </a:extLst>
          </p:cNvPr>
          <p:cNvSpPr txBox="1"/>
          <p:nvPr/>
        </p:nvSpPr>
        <p:spPr>
          <a:xfrm>
            <a:off x="6715432" y="5674340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Collect blood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D49335-BEDA-3AD3-5E15-63C9B4C1EB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71" t="11036" r="13711" b="6199"/>
          <a:stretch>
            <a:fillRect/>
          </a:stretch>
        </p:blipFill>
        <p:spPr>
          <a:xfrm>
            <a:off x="7654392" y="4807974"/>
            <a:ext cx="476885" cy="4967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02A599-CE69-105D-428A-CFC8EDB49404}"/>
              </a:ext>
            </a:extLst>
          </p:cNvPr>
          <p:cNvSpPr txBox="1"/>
          <p:nvPr/>
        </p:nvSpPr>
        <p:spPr>
          <a:xfrm>
            <a:off x="4031226" y="4381369"/>
            <a:ext cx="238494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Sacrifice at day 14.</a:t>
            </a:r>
          </a:p>
          <a:p>
            <a:pPr algn="just"/>
            <a:r>
              <a:rPr lang="en-IN" b="1" dirty="0"/>
              <a:t>Collect spleen, Lymph node &amp; bone marrow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103D91-9901-D451-ECCC-470760A26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351" y="4206832"/>
            <a:ext cx="2384940" cy="13848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F65272A-69EC-5826-6B0F-4C856E67A6AA}"/>
              </a:ext>
            </a:extLst>
          </p:cNvPr>
          <p:cNvSpPr txBox="1"/>
          <p:nvPr/>
        </p:nvSpPr>
        <p:spPr>
          <a:xfrm>
            <a:off x="2231922" y="3641901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Day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452D12-33CE-AAE1-BFE7-880DE72E9FDF}"/>
              </a:ext>
            </a:extLst>
          </p:cNvPr>
          <p:cNvSpPr txBox="1"/>
          <p:nvPr/>
        </p:nvSpPr>
        <p:spPr>
          <a:xfrm>
            <a:off x="5332117" y="3641901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Day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47BD60-8125-AFEC-3295-EEEEFC014E80}"/>
              </a:ext>
            </a:extLst>
          </p:cNvPr>
          <p:cNvSpPr txBox="1"/>
          <p:nvPr/>
        </p:nvSpPr>
        <p:spPr>
          <a:xfrm>
            <a:off x="4333876" y="3631772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Day 4</a:t>
            </a:r>
            <a:endParaRPr lang="en-IN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1F05FD-9ED9-81E0-F500-80641005CD06}"/>
              </a:ext>
            </a:extLst>
          </p:cNvPr>
          <p:cNvSpPr txBox="1"/>
          <p:nvPr/>
        </p:nvSpPr>
        <p:spPr>
          <a:xfrm>
            <a:off x="6164823" y="3641901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Day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150962-07F0-2D68-843B-53EFC972FC55}"/>
              </a:ext>
            </a:extLst>
          </p:cNvPr>
          <p:cNvSpPr txBox="1"/>
          <p:nvPr/>
        </p:nvSpPr>
        <p:spPr>
          <a:xfrm>
            <a:off x="8349544" y="3631772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Day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D4C9B4-81C6-D93E-9C39-A6AA1E30779E}"/>
              </a:ext>
            </a:extLst>
          </p:cNvPr>
          <p:cNvSpPr txBox="1"/>
          <p:nvPr/>
        </p:nvSpPr>
        <p:spPr>
          <a:xfrm>
            <a:off x="8349543" y="4206832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Day 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0AB2C0-C427-2F2F-9B3D-5BFE2F371575}"/>
              </a:ext>
            </a:extLst>
          </p:cNvPr>
          <p:cNvSpPr txBox="1"/>
          <p:nvPr/>
        </p:nvSpPr>
        <p:spPr>
          <a:xfrm>
            <a:off x="6999360" y="4238824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Day 0</a:t>
            </a:r>
          </a:p>
        </p:txBody>
      </p:sp>
    </p:spTree>
    <p:extLst>
      <p:ext uri="{BB962C8B-B14F-4D97-AF65-F5344CB8AC3E}">
        <p14:creationId xmlns:p14="http://schemas.microsoft.com/office/powerpoint/2010/main" val="4246871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826CF-9D79-D3AF-BFC0-8FEEFB708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873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71BC1-3EAC-11BA-53CE-C5F946209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7725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6383F-E6FB-075D-EF24-59F015E6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7771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403D2-6AE1-0A06-9DB6-6DD6799C8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834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7294C-AABC-CB3D-C28D-E7A431E44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37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29B67-C16F-2752-066A-80AD059A7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389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1980</TotalTime>
  <Words>940</Words>
  <Application>Microsoft Office PowerPoint</Application>
  <PresentationFormat>Widescreen</PresentationFormat>
  <Paragraphs>173</Paragraphs>
  <Slides>33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Abadi ExtraLight</vt:lpstr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Manpreet Kour</dc:creator>
  <cp:lastModifiedBy>Manpreet Kour</cp:lastModifiedBy>
  <cp:revision>3</cp:revision>
  <dcterms:created xsi:type="dcterms:W3CDTF">2026-04-28T06:06:56Z</dcterms:created>
  <dcterms:modified xsi:type="dcterms:W3CDTF">2026-04-30T21:20:46Z</dcterms:modified>
</cp:coreProperties>
</file>