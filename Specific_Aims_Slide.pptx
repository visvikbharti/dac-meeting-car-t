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Specific 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FFFFFF"/>
                </a:solidFill>
                <a:latin typeface="Calibri"/>
              </a:rPr>
              <a:t>Advancing CAR-T Cell Therapy by Understanding the Kinetics of Ag-Ab Interaction Parameters  |  Manpreet Kour, PhD scholar, CSIR-IGIB  |  PI: Dr. Kausik Chakraborty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8064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82880" cy="2240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8E44AD"/>
                </a:solidFill>
                <a:latin typeface="Calibri"/>
              </a:rPr>
              <a:t>AIM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280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[Foundation — already done]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237E"/>
                </a:solidFill>
                <a:latin typeface="Calibri"/>
              </a:rPr>
              <a:t>Library design and computational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Identify and computationally validate critical scFv contact residues at the FMC63-CD19 interface (PDB 7URV; He et al. 2023, PMID 36867678) using structural analysis (FreeSASA, contact mapping) and mCSM-AB2 ΔΔG predictions.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Design NNK saturation library at 4 positions: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    PRIMARY (novel — never published): S214, Trp212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    SECONDARY (beyond He et al.'s single Ala): Y260, Y261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Library size: ~376 single-position variants spanning the full affinity spectrum.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188720"/>
            <a:ext cx="58064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188720"/>
            <a:ext cx="182880" cy="2240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28016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AE60"/>
                </a:solidFill>
                <a:latin typeface="Calibri"/>
              </a:rPr>
              <a:t>AIM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992" y="1280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[Q1 reformulated]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7830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237E"/>
                </a:solidFill>
                <a:latin typeface="Calibri"/>
              </a:rPr>
              <a:t>Functional mapping in vitro and in vivo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8600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Map CAR-T activation kinetics (CD69, CD25, IFN-γ at 24/48/96 h), exhaustion trajectory (PD-1, TIM-3, LAG-3, TOX), cytotoxic function, and memory formation across the affinity variant library.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Models:  in vitro NALM-6 co-culture with graded CD19 density (CD19-KO + titrated re-expression; Majzner 2020 PMID 32193224)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              in vivo NALM-6/NSG xenograft (or NSG-MHC-DKO if rest &gt;4 wk; Brehm 2019 PMID 30383447)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Readout: sort-then-NGS to identify variants enriched in each phenotype (MAGeCK MLE).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593592"/>
            <a:ext cx="58064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593592"/>
            <a:ext cx="182880" cy="2240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85032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6A085"/>
                </a:solidFill>
                <a:latin typeface="Calibri"/>
              </a:rPr>
              <a:t>AIM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6850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[Q2 reformulated]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237E"/>
                </a:solidFill>
                <a:latin typeface="Calibri"/>
              </a:rPr>
              <a:t>Biophysical characterization and kinetic-functional correlation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90872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Kinetically characterize a panel of variants spanning the full functional spectrum (high / intermediate / low / WT controls).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Methods:  SPR (Biacore) — 3D KD, kon, koff, dwell time (benchmark Seigner 2023, PMID 38155191: KD = 5.1 nM)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              2D micropipette adhesion frequency (Chesla-Zhu 1998 PMID 9726957) — membrane-context kinetics; novel for any CAR-antigen system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Statistically correlate kinetic parameters with functional readouts to define the optimal kinetic window.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593592"/>
            <a:ext cx="58064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3593592"/>
            <a:ext cx="182880" cy="2240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685032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67E22"/>
                </a:solidFill>
                <a:latin typeface="Calibri"/>
              </a:rPr>
              <a:t>AIM 4 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36850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[Stretch goal]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187952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237E"/>
                </a:solidFill>
                <a:latin typeface="Calibri"/>
              </a:rPr>
              <a:t>Translational validation (optional / stretch)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4690872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Validate top-performing affinity variants in primary human T cells (multiple allogeneic donors).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Assess in vivo persistence and memory recall in NSG-MHC-DKO xenograft models (Brehm 2019).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• Translational endpoints: tumor-free survival, CAR-T peripheral persistence, memory subset durability post-rechallenge.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* Optional aim — pursued if scope and timeline allow.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989320"/>
            <a:ext cx="11643055" cy="64008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00" i="1">
                <a:solidFill>
                  <a:srgbClr val="FFFFFF"/>
                </a:solidFill>
                <a:latin typeface="Calibri"/>
              </a:rPr>
              <a:t>Central contribution:  the first systematic dataset linking ~376 FMC63 scFv variants to a full functional matrix (activation / exhaustion / memory / persistence) and a multi-parameter kinetic dataset (3D + 2D), defining the kinetic-function relationship for anti-CD19 CAR-T therapy.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116430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6B6B6B"/>
                </a:solidFill>
                <a:latin typeface="Calibri"/>
              </a:rPr>
              <a:t>Two of the four mutated positions (S214, Trp212) have never been mutated in any published CAR study  •  2D adhesion frequency / catch-bond data have never been published for any CAR-antigen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