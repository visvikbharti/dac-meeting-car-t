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61" r:id="rId3"/>
    <p:sldId id="286" r:id="rId4"/>
    <p:sldId id="257" r:id="rId5"/>
    <p:sldId id="258" r:id="rId6"/>
    <p:sldId id="260" r:id="rId7"/>
    <p:sldId id="259" r:id="rId8"/>
    <p:sldId id="287" r:id="rId9"/>
    <p:sldId id="293" r:id="rId10"/>
    <p:sldId id="288" r:id="rId11"/>
    <p:sldId id="290" r:id="rId12"/>
    <p:sldId id="289" r:id="rId13"/>
    <p:sldId id="291" r:id="rId14"/>
    <p:sldId id="294" r:id="rId15"/>
    <p:sldId id="270" r:id="rId16"/>
    <p:sldId id="335" r:id="rId17"/>
    <p:sldId id="336" r:id="rId18"/>
    <p:sldId id="327" r:id="rId19"/>
    <p:sldId id="328" r:id="rId20"/>
    <p:sldId id="292" r:id="rId21"/>
    <p:sldId id="316" r:id="rId22"/>
    <p:sldId id="302" r:id="rId23"/>
    <p:sldId id="273" r:id="rId24"/>
    <p:sldId id="347" r:id="rId25"/>
    <p:sldId id="350" r:id="rId26"/>
    <p:sldId id="353" r:id="rId27"/>
    <p:sldId id="352" r:id="rId28"/>
    <p:sldId id="351" r:id="rId29"/>
    <p:sldId id="363" r:id="rId30"/>
    <p:sldId id="355" r:id="rId31"/>
    <p:sldId id="354" r:id="rId32"/>
    <p:sldId id="356" r:id="rId33"/>
    <p:sldId id="357" r:id="rId34"/>
    <p:sldId id="358" r:id="rId35"/>
    <p:sldId id="365" r:id="rId36"/>
    <p:sldId id="359" r:id="rId37"/>
    <p:sldId id="360" r:id="rId38"/>
    <p:sldId id="364" r:id="rId39"/>
    <p:sldId id="361" r:id="rId40"/>
    <p:sldId id="36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CDF3"/>
    <a:srgbClr val="E2CFF1"/>
    <a:srgbClr val="CFAFE7"/>
    <a:srgbClr val="9DB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08FCC-56B8-4E70-9CB6-A18D69A30587}" v="183" dt="2026-04-26T08:11:36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preet Kour" userId="bfaba7c6dce74e44" providerId="LiveId" clId="{559AFACA-AB64-4853-937D-7BC48A11ED69}"/>
    <pc:docChg chg="undo redo custSel addSld delSld modSld sldOrd">
      <pc:chgData name="Manpreet Kour" userId="bfaba7c6dce74e44" providerId="LiveId" clId="{559AFACA-AB64-4853-937D-7BC48A11ED69}" dt="2026-04-26T08:13:33.393" v="1653" actId="167"/>
      <pc:docMkLst>
        <pc:docMk/>
      </pc:docMkLst>
      <pc:sldChg chg="addSp delSp modSp mod">
        <pc:chgData name="Manpreet Kour" userId="bfaba7c6dce74e44" providerId="LiveId" clId="{559AFACA-AB64-4853-937D-7BC48A11ED69}" dt="2026-04-13T06:17:42.648" v="466" actId="404"/>
        <pc:sldMkLst>
          <pc:docMk/>
          <pc:sldMk cId="335284303" sldId="257"/>
        </pc:sldMkLst>
        <pc:spChg chg="add mod">
          <ac:chgData name="Manpreet Kour" userId="bfaba7c6dce74e44" providerId="LiveId" clId="{559AFACA-AB64-4853-937D-7BC48A11ED69}" dt="2026-04-13T06:09:27.739" v="362" actId="1076"/>
          <ac:spMkLst>
            <pc:docMk/>
            <pc:sldMk cId="335284303" sldId="257"/>
            <ac:spMk id="4" creationId="{0FB04620-1E56-2A5F-5803-8E75809AD5FA}"/>
          </ac:spMkLst>
        </pc:spChg>
        <pc:spChg chg="add mod">
          <ac:chgData name="Manpreet Kour" userId="bfaba7c6dce74e44" providerId="LiveId" clId="{559AFACA-AB64-4853-937D-7BC48A11ED69}" dt="2026-04-13T06:14:18.256" v="439" actId="14100"/>
          <ac:spMkLst>
            <pc:docMk/>
            <pc:sldMk cId="335284303" sldId="257"/>
            <ac:spMk id="6" creationId="{CD36B417-933C-615B-B7D0-A834FD7B4781}"/>
          </ac:spMkLst>
        </pc:spChg>
        <pc:spChg chg="add mod">
          <ac:chgData name="Manpreet Kour" userId="bfaba7c6dce74e44" providerId="LiveId" clId="{559AFACA-AB64-4853-937D-7BC48A11ED69}" dt="2026-04-13T06:16:49.831" v="461" actId="1076"/>
          <ac:spMkLst>
            <pc:docMk/>
            <pc:sldMk cId="335284303" sldId="257"/>
            <ac:spMk id="8" creationId="{0146C2A6-A2BB-48FE-89A6-36348BFC4C55}"/>
          </ac:spMkLst>
        </pc:spChg>
        <pc:spChg chg="add mod">
          <ac:chgData name="Manpreet Kour" userId="bfaba7c6dce74e44" providerId="LiveId" clId="{559AFACA-AB64-4853-937D-7BC48A11ED69}" dt="2026-04-13T06:17:42.648" v="466" actId="404"/>
          <ac:spMkLst>
            <pc:docMk/>
            <pc:sldMk cId="335284303" sldId="257"/>
            <ac:spMk id="9" creationId="{2DDD0706-0E1B-FCF7-F486-77434B5076C6}"/>
          </ac:spMkLst>
        </pc:spChg>
        <pc:spChg chg="add mod">
          <ac:chgData name="Manpreet Kour" userId="bfaba7c6dce74e44" providerId="LiveId" clId="{559AFACA-AB64-4853-937D-7BC48A11ED69}" dt="2026-04-13T06:17:39.179" v="465" actId="1076"/>
          <ac:spMkLst>
            <pc:docMk/>
            <pc:sldMk cId="335284303" sldId="257"/>
            <ac:spMk id="10" creationId="{C3040D33-1823-11DD-A2FD-6DF9EAA9984B}"/>
          </ac:spMkLst>
        </pc:spChg>
        <pc:picChg chg="add mod">
          <ac:chgData name="Manpreet Kour" userId="bfaba7c6dce74e44" providerId="LiveId" clId="{559AFACA-AB64-4853-937D-7BC48A11ED69}" dt="2026-04-13T06:15:12.340" v="449" actId="1582"/>
          <ac:picMkLst>
            <pc:docMk/>
            <pc:sldMk cId="335284303" sldId="257"/>
            <ac:picMk id="3" creationId="{09F638EB-A94B-A0D2-B368-1C55D8745C14}"/>
          </ac:picMkLst>
        </pc:picChg>
        <pc:picChg chg="add mod">
          <ac:chgData name="Manpreet Kour" userId="bfaba7c6dce74e44" providerId="LiveId" clId="{559AFACA-AB64-4853-937D-7BC48A11ED69}" dt="2026-04-13T06:15:18.612" v="450" actId="1582"/>
          <ac:picMkLst>
            <pc:docMk/>
            <pc:sldMk cId="335284303" sldId="257"/>
            <ac:picMk id="7" creationId="{78FE7DBC-2211-2BAE-19AD-08B4FF4E7F28}"/>
          </ac:picMkLst>
        </pc:picChg>
      </pc:sldChg>
      <pc:sldChg chg="addSp modSp mod">
        <pc:chgData name="Manpreet Kour" userId="bfaba7c6dce74e44" providerId="LiveId" clId="{559AFACA-AB64-4853-937D-7BC48A11ED69}" dt="2026-04-26T08:11:53.220" v="1646" actId="1076"/>
        <pc:sldMkLst>
          <pc:docMk/>
          <pc:sldMk cId="3121656092" sldId="258"/>
        </pc:sldMkLst>
        <pc:spChg chg="add mod">
          <ac:chgData name="Manpreet Kour" userId="bfaba7c6dce74e44" providerId="LiveId" clId="{559AFACA-AB64-4853-937D-7BC48A11ED69}" dt="2026-04-15T17:12:43.938" v="641" actId="14100"/>
          <ac:spMkLst>
            <pc:docMk/>
            <pc:sldMk cId="3121656092" sldId="258"/>
            <ac:spMk id="3" creationId="{C1D864E2-1608-8EB6-6087-E790CA697F19}"/>
          </ac:spMkLst>
        </pc:spChg>
        <pc:spChg chg="add mod">
          <ac:chgData name="Manpreet Kour" userId="bfaba7c6dce74e44" providerId="LiveId" clId="{559AFACA-AB64-4853-937D-7BC48A11ED69}" dt="2026-04-26T08:11:53.220" v="1646" actId="1076"/>
          <ac:spMkLst>
            <pc:docMk/>
            <pc:sldMk cId="3121656092" sldId="258"/>
            <ac:spMk id="4" creationId="{09213E90-9DB1-D828-220E-A4194E0D43FE}"/>
          </ac:spMkLst>
        </pc:spChg>
        <pc:picChg chg="add mod">
          <ac:chgData name="Manpreet Kour" userId="bfaba7c6dce74e44" providerId="LiveId" clId="{559AFACA-AB64-4853-937D-7BC48A11ED69}" dt="2026-04-15T17:01:37.563" v="551" actId="1076"/>
          <ac:picMkLst>
            <pc:docMk/>
            <pc:sldMk cId="3121656092" sldId="258"/>
            <ac:picMk id="2" creationId="{4908FC23-C8A4-9152-C8FF-B1446FD4704B}"/>
          </ac:picMkLst>
        </pc:picChg>
      </pc:sldChg>
      <pc:sldChg chg="addSp modSp add del mod">
        <pc:chgData name="Manpreet Kour" userId="bfaba7c6dce74e44" providerId="LiveId" clId="{559AFACA-AB64-4853-937D-7BC48A11ED69}" dt="2026-04-15T17:13:06.558" v="649" actId="47"/>
        <pc:sldMkLst>
          <pc:docMk/>
          <pc:sldMk cId="2892483456" sldId="259"/>
        </pc:sldMkLst>
        <pc:spChg chg="add mod">
          <ac:chgData name="Manpreet Kour" userId="bfaba7c6dce74e44" providerId="LiveId" clId="{559AFACA-AB64-4853-937D-7BC48A11ED69}" dt="2026-04-15T17:12:33.761" v="639" actId="14100"/>
          <ac:spMkLst>
            <pc:docMk/>
            <pc:sldMk cId="2892483456" sldId="259"/>
            <ac:spMk id="2" creationId="{FEA206D7-61D7-752E-5922-E23BDF81DB0F}"/>
          </ac:spMkLst>
        </pc:spChg>
        <pc:spChg chg="add mod">
          <ac:chgData name="Manpreet Kour" userId="bfaba7c6dce74e44" providerId="LiveId" clId="{559AFACA-AB64-4853-937D-7BC48A11ED69}" dt="2026-04-14T15:39:45.840" v="546" actId="1076"/>
          <ac:spMkLst>
            <pc:docMk/>
            <pc:sldMk cId="2892483456" sldId="259"/>
            <ac:spMk id="4" creationId="{8D899608-063B-829A-E51A-B63D2871998F}"/>
          </ac:spMkLst>
        </pc:spChg>
        <pc:picChg chg="add mod modCrop">
          <ac:chgData name="Manpreet Kour" userId="bfaba7c6dce74e44" providerId="LiveId" clId="{559AFACA-AB64-4853-937D-7BC48A11ED69}" dt="2026-04-14T15:40:10.936" v="550" actId="1076"/>
          <ac:picMkLst>
            <pc:docMk/>
            <pc:sldMk cId="2892483456" sldId="259"/>
            <ac:picMk id="3" creationId="{EF3B7085-5073-3245-5991-00C283C7A8A1}"/>
          </ac:picMkLst>
        </pc:picChg>
      </pc:sldChg>
      <pc:sldChg chg="addSp modSp add del mod ord">
        <pc:chgData name="Manpreet Kour" userId="bfaba7c6dce74e44" providerId="LiveId" clId="{559AFACA-AB64-4853-937D-7BC48A11ED69}" dt="2026-04-15T17:14:53.886" v="667" actId="122"/>
        <pc:sldMkLst>
          <pc:docMk/>
          <pc:sldMk cId="757140454" sldId="260"/>
        </pc:sldMkLst>
        <pc:spChg chg="add mod">
          <ac:chgData name="Manpreet Kour" userId="bfaba7c6dce74e44" providerId="LiveId" clId="{559AFACA-AB64-4853-937D-7BC48A11ED69}" dt="2026-04-15T17:05:02.937" v="578"/>
          <ac:spMkLst>
            <pc:docMk/>
            <pc:sldMk cId="757140454" sldId="260"/>
            <ac:spMk id="4" creationId="{8DD2AC74-0B45-BC3F-B98A-2B26E4157A81}"/>
          </ac:spMkLst>
        </pc:spChg>
        <pc:spChg chg="add mod">
          <ac:chgData name="Manpreet Kour" userId="bfaba7c6dce74e44" providerId="LiveId" clId="{559AFACA-AB64-4853-937D-7BC48A11ED69}" dt="2026-04-15T17:12:26.010" v="637" actId="1076"/>
          <ac:spMkLst>
            <pc:docMk/>
            <pc:sldMk cId="757140454" sldId="260"/>
            <ac:spMk id="5" creationId="{642CB901-0593-8978-43B4-10FB7B9240F1}"/>
          </ac:spMkLst>
        </pc:spChg>
        <pc:spChg chg="add mod">
          <ac:chgData name="Manpreet Kour" userId="bfaba7c6dce74e44" providerId="LiveId" clId="{559AFACA-AB64-4853-937D-7BC48A11ED69}" dt="2026-04-15T17:14:53.886" v="667" actId="122"/>
          <ac:spMkLst>
            <pc:docMk/>
            <pc:sldMk cId="757140454" sldId="260"/>
            <ac:spMk id="6" creationId="{96C9C393-5632-3395-DB15-8DAD6052A3B8}"/>
          </ac:spMkLst>
        </pc:spChg>
        <pc:picChg chg="add mod">
          <ac:chgData name="Manpreet Kour" userId="bfaba7c6dce74e44" providerId="LiveId" clId="{559AFACA-AB64-4853-937D-7BC48A11ED69}" dt="2026-04-15T17:14:48.835" v="665" actId="1076"/>
          <ac:picMkLst>
            <pc:docMk/>
            <pc:sldMk cId="757140454" sldId="260"/>
            <ac:picMk id="3" creationId="{4614459A-5013-FAA8-E47F-7C41D69BD4B7}"/>
          </ac:picMkLst>
        </pc:picChg>
      </pc:sldChg>
      <pc:sldChg chg="addSp delSp modSp add mod">
        <pc:chgData name="Manpreet Kour" userId="bfaba7c6dce74e44" providerId="LiveId" clId="{559AFACA-AB64-4853-937D-7BC48A11ED69}" dt="2026-04-26T08:13:33.393" v="1653" actId="167"/>
        <pc:sldMkLst>
          <pc:docMk/>
          <pc:sldMk cId="2642124496" sldId="270"/>
        </pc:sldMkLst>
        <pc:spChg chg="add mod">
          <ac:chgData name="Manpreet Kour" userId="bfaba7c6dce74e44" providerId="LiveId" clId="{559AFACA-AB64-4853-937D-7BC48A11ED69}" dt="2026-04-15T17:50:23.751" v="993"/>
          <ac:spMkLst>
            <pc:docMk/>
            <pc:sldMk cId="2642124496" sldId="270"/>
            <ac:spMk id="8" creationId="{6D272AFB-B9C0-FCE5-09F8-DE6F7EE0FDD4}"/>
          </ac:spMkLst>
        </pc:spChg>
        <pc:grpChg chg="mod">
          <ac:chgData name="Manpreet Kour" userId="bfaba7c6dce74e44" providerId="LiveId" clId="{559AFACA-AB64-4853-937D-7BC48A11ED69}" dt="2026-04-15T17:51:02.196" v="999" actId="1076"/>
          <ac:grpSpMkLst>
            <pc:docMk/>
            <pc:sldMk cId="2642124496" sldId="270"/>
            <ac:grpSpMk id="11" creationId="{390B6CD8-1774-BE6C-D283-1B0B9782AA59}"/>
          </ac:grpSpMkLst>
        </pc:grpChg>
        <pc:picChg chg="mod">
          <ac:chgData name="Manpreet Kour" userId="bfaba7c6dce74e44" providerId="LiveId" clId="{559AFACA-AB64-4853-937D-7BC48A11ED69}" dt="2026-04-15T17:50:29.649" v="994" actId="1076"/>
          <ac:picMkLst>
            <pc:docMk/>
            <pc:sldMk cId="2642124496" sldId="270"/>
            <ac:picMk id="3" creationId="{ACB4DE5F-18FC-AFCF-4866-D13DBC9CBCE0}"/>
          </ac:picMkLst>
        </pc:picChg>
        <pc:picChg chg="mod ord">
          <ac:chgData name="Manpreet Kour" userId="bfaba7c6dce74e44" providerId="LiveId" clId="{559AFACA-AB64-4853-937D-7BC48A11ED69}" dt="2026-04-26T08:13:33.393" v="1653" actId="167"/>
          <ac:picMkLst>
            <pc:docMk/>
            <pc:sldMk cId="2642124496" sldId="270"/>
            <ac:picMk id="6" creationId="{58A78495-29EB-AA96-FCBD-391E0FC5C148}"/>
          </ac:picMkLst>
        </pc:picChg>
        <pc:picChg chg="mod">
          <ac:chgData name="Manpreet Kour" userId="bfaba7c6dce74e44" providerId="LiveId" clId="{559AFACA-AB64-4853-937D-7BC48A11ED69}" dt="2026-04-26T08:13:28.351" v="1652" actId="14100"/>
          <ac:picMkLst>
            <pc:docMk/>
            <pc:sldMk cId="2642124496" sldId="270"/>
            <ac:picMk id="9" creationId="{6A6A9DCB-2603-5E20-DD2B-F3A61EBFF8BA}"/>
          </ac:picMkLst>
        </pc:picChg>
      </pc:sldChg>
      <pc:sldChg chg="add">
        <pc:chgData name="Manpreet Kour" userId="bfaba7c6dce74e44" providerId="LiveId" clId="{559AFACA-AB64-4853-937D-7BC48A11ED69}" dt="2026-04-15T17:52:20.492" v="1009"/>
        <pc:sldMkLst>
          <pc:docMk/>
          <pc:sldMk cId="4080951171" sldId="273"/>
        </pc:sldMkLst>
      </pc:sldChg>
      <pc:sldChg chg="addSp delSp modSp mod modAnim">
        <pc:chgData name="Manpreet Kour" userId="bfaba7c6dce74e44" providerId="LiveId" clId="{559AFACA-AB64-4853-937D-7BC48A11ED69}" dt="2026-04-15T17:12:51.909" v="643" actId="14100"/>
        <pc:sldMkLst>
          <pc:docMk/>
          <pc:sldMk cId="798808685" sldId="286"/>
        </pc:sldMkLst>
        <pc:spChg chg="mod">
          <ac:chgData name="Manpreet Kour" userId="bfaba7c6dce74e44" providerId="LiveId" clId="{559AFACA-AB64-4853-937D-7BC48A11ED69}" dt="2026-04-13T06:11:55.024" v="420" actId="21"/>
          <ac:spMkLst>
            <pc:docMk/>
            <pc:sldMk cId="798808685" sldId="286"/>
            <ac:spMk id="2" creationId="{CA1C72A5-E5D8-59AC-51CE-04A140AF56A8}"/>
          </ac:spMkLst>
        </pc:spChg>
        <pc:spChg chg="mod">
          <ac:chgData name="Manpreet Kour" userId="bfaba7c6dce74e44" providerId="LiveId" clId="{559AFACA-AB64-4853-937D-7BC48A11ED69}" dt="2026-04-13T06:12:47.409" v="428" actId="1076"/>
          <ac:spMkLst>
            <pc:docMk/>
            <pc:sldMk cId="798808685" sldId="286"/>
            <ac:spMk id="3" creationId="{00D7CB52-B30C-D19A-5564-90C08828C182}"/>
          </ac:spMkLst>
        </pc:spChg>
        <pc:spChg chg="add mod">
          <ac:chgData name="Manpreet Kour" userId="bfaba7c6dce74e44" providerId="LiveId" clId="{559AFACA-AB64-4853-937D-7BC48A11ED69}" dt="2026-04-15T17:12:51.909" v="643" actId="14100"/>
          <ac:spMkLst>
            <pc:docMk/>
            <pc:sldMk cId="798808685" sldId="286"/>
            <ac:spMk id="4" creationId="{76C4BFB9-8621-7D2F-73E7-F7E1AA99BC2E}"/>
          </ac:spMkLst>
        </pc:spChg>
        <pc:spChg chg="mod">
          <ac:chgData name="Manpreet Kour" userId="bfaba7c6dce74e44" providerId="LiveId" clId="{559AFACA-AB64-4853-937D-7BC48A11ED69}" dt="2026-04-13T06:12:59.028" v="430" actId="1076"/>
          <ac:spMkLst>
            <pc:docMk/>
            <pc:sldMk cId="798808685" sldId="286"/>
            <ac:spMk id="9" creationId="{140DC23C-94CE-705E-21F1-00403E1EC9A3}"/>
          </ac:spMkLst>
        </pc:spChg>
        <pc:spChg chg="mod">
          <ac:chgData name="Manpreet Kour" userId="bfaba7c6dce74e44" providerId="LiveId" clId="{559AFACA-AB64-4853-937D-7BC48A11ED69}" dt="2026-04-13T05:52:17.947" v="290" actId="20577"/>
          <ac:spMkLst>
            <pc:docMk/>
            <pc:sldMk cId="798808685" sldId="286"/>
            <ac:spMk id="23" creationId="{4E97B5FD-AC29-2A68-6F6E-057D67384ACA}"/>
          </ac:spMkLst>
        </pc:spChg>
        <pc:spChg chg="mod">
          <ac:chgData name="Manpreet Kour" userId="bfaba7c6dce74e44" providerId="LiveId" clId="{559AFACA-AB64-4853-937D-7BC48A11ED69}" dt="2026-04-13T06:12:47.409" v="428" actId="1076"/>
          <ac:spMkLst>
            <pc:docMk/>
            <pc:sldMk cId="798808685" sldId="286"/>
            <ac:spMk id="28" creationId="{BE820466-8EFB-494C-0FD9-1C0C5B11135B}"/>
          </ac:spMkLst>
        </pc:spChg>
        <pc:spChg chg="mod">
          <ac:chgData name="Manpreet Kour" userId="bfaba7c6dce74e44" providerId="LiveId" clId="{559AFACA-AB64-4853-937D-7BC48A11ED69}" dt="2026-04-13T06:12:47.409" v="428" actId="1076"/>
          <ac:spMkLst>
            <pc:docMk/>
            <pc:sldMk cId="798808685" sldId="286"/>
            <ac:spMk id="29" creationId="{B52F8E00-A7F0-4FA3-CE0C-26F3C4F78C6A}"/>
          </ac:spMkLst>
        </pc:spChg>
        <pc:spChg chg="mod">
          <ac:chgData name="Manpreet Kour" userId="bfaba7c6dce74e44" providerId="LiveId" clId="{559AFACA-AB64-4853-937D-7BC48A11ED69}" dt="2026-04-13T06:12:47.409" v="428" actId="1076"/>
          <ac:spMkLst>
            <pc:docMk/>
            <pc:sldMk cId="798808685" sldId="286"/>
            <ac:spMk id="30" creationId="{E2310B9A-50D9-0769-523A-3A309EFA7DD2}"/>
          </ac:spMkLst>
        </pc:spChg>
        <pc:spChg chg="mod">
          <ac:chgData name="Manpreet Kour" userId="bfaba7c6dce74e44" providerId="LiveId" clId="{559AFACA-AB64-4853-937D-7BC48A11ED69}" dt="2026-04-13T06:12:54.960" v="429" actId="1076"/>
          <ac:spMkLst>
            <pc:docMk/>
            <pc:sldMk cId="798808685" sldId="286"/>
            <ac:spMk id="31" creationId="{8925ABD8-92BB-BC79-8508-D07FE8E5D92A}"/>
          </ac:spMkLst>
        </pc:spChg>
        <pc:spChg chg="mod">
          <ac:chgData name="Manpreet Kour" userId="bfaba7c6dce74e44" providerId="LiveId" clId="{559AFACA-AB64-4853-937D-7BC48A11ED69}" dt="2026-04-13T06:12:47.409" v="428" actId="1076"/>
          <ac:spMkLst>
            <pc:docMk/>
            <pc:sldMk cId="798808685" sldId="286"/>
            <ac:spMk id="32" creationId="{54F6493A-EF56-95B2-8326-A71A466ABD75}"/>
          </ac:spMkLst>
        </pc:spChg>
        <pc:spChg chg="mod">
          <ac:chgData name="Manpreet Kour" userId="bfaba7c6dce74e44" providerId="LiveId" clId="{559AFACA-AB64-4853-937D-7BC48A11ED69}" dt="2026-04-10T14:38:58.600" v="50"/>
          <ac:spMkLst>
            <pc:docMk/>
            <pc:sldMk cId="798808685" sldId="286"/>
            <ac:spMk id="35" creationId="{D933969F-9FDC-52AB-5FF0-2AD58618DE46}"/>
          </ac:spMkLst>
        </pc:spChg>
        <pc:spChg chg="mod">
          <ac:chgData name="Manpreet Kour" userId="bfaba7c6dce74e44" providerId="LiveId" clId="{559AFACA-AB64-4853-937D-7BC48A11ED69}" dt="2026-04-10T14:38:58.600" v="50"/>
          <ac:spMkLst>
            <pc:docMk/>
            <pc:sldMk cId="798808685" sldId="286"/>
            <ac:spMk id="36" creationId="{2DFF8F44-82F4-F24E-E487-D7A70A3816E1}"/>
          </ac:spMkLst>
        </pc:spChg>
        <pc:spChg chg="add mod">
          <ac:chgData name="Manpreet Kour" userId="bfaba7c6dce74e44" providerId="LiveId" clId="{559AFACA-AB64-4853-937D-7BC48A11ED69}" dt="2026-04-13T06:12:47.409" v="428" actId="1076"/>
          <ac:spMkLst>
            <pc:docMk/>
            <pc:sldMk cId="798808685" sldId="286"/>
            <ac:spMk id="37" creationId="{303775A5-D34D-D9F9-AD8E-BECF2A4AEA55}"/>
          </ac:spMkLst>
        </pc:spChg>
        <pc:spChg chg="mod">
          <ac:chgData name="Manpreet Kour" userId="bfaba7c6dce74e44" providerId="LiveId" clId="{559AFACA-AB64-4853-937D-7BC48A11ED69}" dt="2026-04-10T14:50:48.898" v="137"/>
          <ac:spMkLst>
            <pc:docMk/>
            <pc:sldMk cId="798808685" sldId="286"/>
            <ac:spMk id="41" creationId="{D7DA6A39-F667-58C6-AC8D-ACA29CBF6411}"/>
          </ac:spMkLst>
        </pc:spChg>
        <pc:spChg chg="mod">
          <ac:chgData name="Manpreet Kour" userId="bfaba7c6dce74e44" providerId="LiveId" clId="{559AFACA-AB64-4853-937D-7BC48A11ED69}" dt="2026-04-10T14:50:48.898" v="137"/>
          <ac:spMkLst>
            <pc:docMk/>
            <pc:sldMk cId="798808685" sldId="286"/>
            <ac:spMk id="42" creationId="{817D8A0F-FDF4-32BE-4566-840C7C84F4AC}"/>
          </ac:spMkLst>
        </pc:spChg>
        <pc:spChg chg="mod">
          <ac:chgData name="Manpreet Kour" userId="bfaba7c6dce74e44" providerId="LiveId" clId="{559AFACA-AB64-4853-937D-7BC48A11ED69}" dt="2026-04-10T14:51:29.113" v="144"/>
          <ac:spMkLst>
            <pc:docMk/>
            <pc:sldMk cId="798808685" sldId="286"/>
            <ac:spMk id="47" creationId="{28A6B2A2-AB5C-495A-152E-A89FB3AF0973}"/>
          </ac:spMkLst>
        </pc:spChg>
        <pc:spChg chg="mod">
          <ac:chgData name="Manpreet Kour" userId="bfaba7c6dce74e44" providerId="LiveId" clId="{559AFACA-AB64-4853-937D-7BC48A11ED69}" dt="2026-04-10T14:51:29.113" v="144"/>
          <ac:spMkLst>
            <pc:docMk/>
            <pc:sldMk cId="798808685" sldId="286"/>
            <ac:spMk id="48" creationId="{F6F3CEFF-78F5-47DB-FA23-9579E50079FB}"/>
          </ac:spMkLst>
        </pc:spChg>
        <pc:spChg chg="mod">
          <ac:chgData name="Manpreet Kour" userId="bfaba7c6dce74e44" providerId="LiveId" clId="{559AFACA-AB64-4853-937D-7BC48A11ED69}" dt="2026-04-10T14:54:56.531" v="158"/>
          <ac:spMkLst>
            <pc:docMk/>
            <pc:sldMk cId="798808685" sldId="286"/>
            <ac:spMk id="51" creationId="{AF2EEB3C-1F11-881E-691C-D575760C03F4}"/>
          </ac:spMkLst>
        </pc:spChg>
        <pc:spChg chg="mod">
          <ac:chgData name="Manpreet Kour" userId="bfaba7c6dce74e44" providerId="LiveId" clId="{559AFACA-AB64-4853-937D-7BC48A11ED69}" dt="2026-04-10T14:54:56.531" v="158"/>
          <ac:spMkLst>
            <pc:docMk/>
            <pc:sldMk cId="798808685" sldId="286"/>
            <ac:spMk id="52" creationId="{EAFDA425-6CD4-AD53-3676-CF7731FE51B9}"/>
          </ac:spMkLst>
        </pc:spChg>
        <pc:spChg chg="add mod">
          <ac:chgData name="Manpreet Kour" userId="bfaba7c6dce74e44" providerId="LiveId" clId="{559AFACA-AB64-4853-937D-7BC48A11ED69}" dt="2026-04-13T06:12:47.409" v="428" actId="1076"/>
          <ac:spMkLst>
            <pc:docMk/>
            <pc:sldMk cId="798808685" sldId="286"/>
            <ac:spMk id="53" creationId="{CD5B8D7A-67EB-2B59-A5D4-2231B939B08C}"/>
          </ac:spMkLst>
        </pc:spChg>
        <pc:spChg chg="mod">
          <ac:chgData name="Manpreet Kour" userId="bfaba7c6dce74e44" providerId="LiveId" clId="{559AFACA-AB64-4853-937D-7BC48A11ED69}" dt="2026-04-10T14:57:58.547" v="207"/>
          <ac:spMkLst>
            <pc:docMk/>
            <pc:sldMk cId="798808685" sldId="286"/>
            <ac:spMk id="55" creationId="{685E0A20-ED92-184F-300E-C4996C8379CF}"/>
          </ac:spMkLst>
        </pc:spChg>
        <pc:spChg chg="mod">
          <ac:chgData name="Manpreet Kour" userId="bfaba7c6dce74e44" providerId="LiveId" clId="{559AFACA-AB64-4853-937D-7BC48A11ED69}" dt="2026-04-10T14:57:58.547" v="207"/>
          <ac:spMkLst>
            <pc:docMk/>
            <pc:sldMk cId="798808685" sldId="286"/>
            <ac:spMk id="56" creationId="{06353FEA-CB05-C889-1E24-2FEA55B9150D}"/>
          </ac:spMkLst>
        </pc:spChg>
        <pc:spChg chg="mod">
          <ac:chgData name="Manpreet Kour" userId="bfaba7c6dce74e44" providerId="LiveId" clId="{559AFACA-AB64-4853-937D-7BC48A11ED69}" dt="2026-04-10T14:59:30.191" v="221"/>
          <ac:spMkLst>
            <pc:docMk/>
            <pc:sldMk cId="798808685" sldId="286"/>
            <ac:spMk id="58" creationId="{8B14558E-D496-2463-0D5D-7C272129C493}"/>
          </ac:spMkLst>
        </pc:spChg>
        <pc:spChg chg="mod">
          <ac:chgData name="Manpreet Kour" userId="bfaba7c6dce74e44" providerId="LiveId" clId="{559AFACA-AB64-4853-937D-7BC48A11ED69}" dt="2026-04-10T14:59:30.191" v="221"/>
          <ac:spMkLst>
            <pc:docMk/>
            <pc:sldMk cId="798808685" sldId="286"/>
            <ac:spMk id="59" creationId="{23662D75-1AE9-5758-0B43-D24121FDB8DB}"/>
          </ac:spMkLst>
        </pc:spChg>
        <pc:spChg chg="add mod">
          <ac:chgData name="Manpreet Kour" userId="bfaba7c6dce74e44" providerId="LiveId" clId="{559AFACA-AB64-4853-937D-7BC48A11ED69}" dt="2026-04-13T06:12:47.409" v="428" actId="1076"/>
          <ac:spMkLst>
            <pc:docMk/>
            <pc:sldMk cId="798808685" sldId="286"/>
            <ac:spMk id="60" creationId="{C747F7C0-E513-2A9C-9B59-8A41797F1472}"/>
          </ac:spMkLst>
        </pc:spChg>
        <pc:spChg chg="add mod">
          <ac:chgData name="Manpreet Kour" userId="bfaba7c6dce74e44" providerId="LiveId" clId="{559AFACA-AB64-4853-937D-7BC48A11ED69}" dt="2026-04-10T16:59:12.562" v="289" actId="1076"/>
          <ac:spMkLst>
            <pc:docMk/>
            <pc:sldMk cId="798808685" sldId="286"/>
            <ac:spMk id="61" creationId="{EC4C1BF8-8C02-56C0-CF78-2F03C9AE32CB}"/>
          </ac:spMkLst>
        </pc:spChg>
        <pc:grpChg chg="mod">
          <ac:chgData name="Manpreet Kour" userId="bfaba7c6dce74e44" providerId="LiveId" clId="{559AFACA-AB64-4853-937D-7BC48A11ED69}" dt="2026-04-10T14:53:22.604" v="150" actId="1076"/>
          <ac:grpSpMkLst>
            <pc:docMk/>
            <pc:sldMk cId="798808685" sldId="286"/>
            <ac:grpSpMk id="15" creationId="{6E38E765-C87C-D424-5CDD-4EEA22FC890A}"/>
          </ac:grpSpMkLst>
        </pc:grpChg>
        <pc:grpChg chg="mod">
          <ac:chgData name="Manpreet Kour" userId="bfaba7c6dce74e44" providerId="LiveId" clId="{559AFACA-AB64-4853-937D-7BC48A11ED69}" dt="2026-04-10T14:59:26.890" v="220" actId="1076"/>
          <ac:grpSpMkLst>
            <pc:docMk/>
            <pc:sldMk cId="798808685" sldId="286"/>
            <ac:grpSpMk id="16" creationId="{7A4F67D8-5B9F-CC70-881C-3430BC4103B8}"/>
          </ac:grpSpMkLst>
        </pc:grpChg>
        <pc:grpChg chg="mod">
          <ac:chgData name="Manpreet Kour" userId="bfaba7c6dce74e44" providerId="LiveId" clId="{559AFACA-AB64-4853-937D-7BC48A11ED69}" dt="2026-04-13T05:52:32.213" v="291" actId="1076"/>
          <ac:grpSpMkLst>
            <pc:docMk/>
            <pc:sldMk cId="798808685" sldId="286"/>
            <ac:grpSpMk id="22" creationId="{958F4DFA-6B42-26DE-C754-41BE23853456}"/>
          </ac:grpSpMkLst>
        </pc:grpChg>
        <pc:grpChg chg="mod">
          <ac:chgData name="Manpreet Kour" userId="bfaba7c6dce74e44" providerId="LiveId" clId="{559AFACA-AB64-4853-937D-7BC48A11ED69}" dt="2026-04-10T14:54:36.783" v="154" actId="1076"/>
          <ac:grpSpMkLst>
            <pc:docMk/>
            <pc:sldMk cId="798808685" sldId="286"/>
            <ac:grpSpMk id="25" creationId="{64E64801-2F01-6D28-7500-83429367F578}"/>
          </ac:grpSpMkLst>
        </pc:grpChg>
        <pc:grpChg chg="add mod">
          <ac:chgData name="Manpreet Kour" userId="bfaba7c6dce74e44" providerId="LiveId" clId="{559AFACA-AB64-4853-937D-7BC48A11ED69}" dt="2026-04-10T14:54:15.810" v="152" actId="1076"/>
          <ac:grpSpMkLst>
            <pc:docMk/>
            <pc:sldMk cId="798808685" sldId="286"/>
            <ac:grpSpMk id="34" creationId="{F980F6A5-8DFF-422D-8A23-9EB834CB633C}"/>
          </ac:grpSpMkLst>
        </pc:grpChg>
        <pc:grpChg chg="add mod">
          <ac:chgData name="Manpreet Kour" userId="bfaba7c6dce74e44" providerId="LiveId" clId="{559AFACA-AB64-4853-937D-7BC48A11ED69}" dt="2026-04-13T06:12:47.409" v="428" actId="1076"/>
          <ac:grpSpMkLst>
            <pc:docMk/>
            <pc:sldMk cId="798808685" sldId="286"/>
            <ac:grpSpMk id="40" creationId="{E1B58896-213C-C798-9A0C-AD333A896825}"/>
          </ac:grpSpMkLst>
        </pc:grpChg>
        <pc:grpChg chg="add mod">
          <ac:chgData name="Manpreet Kour" userId="bfaba7c6dce74e44" providerId="LiveId" clId="{559AFACA-AB64-4853-937D-7BC48A11ED69}" dt="2026-04-10T15:01:43.391" v="240" actId="1076"/>
          <ac:grpSpMkLst>
            <pc:docMk/>
            <pc:sldMk cId="798808685" sldId="286"/>
            <ac:grpSpMk id="46" creationId="{F6D886C3-1FE1-BA76-D664-02BB5BC4D2D3}"/>
          </ac:grpSpMkLst>
        </pc:grpChg>
        <pc:grpChg chg="add mod">
          <ac:chgData name="Manpreet Kour" userId="bfaba7c6dce74e44" providerId="LiveId" clId="{559AFACA-AB64-4853-937D-7BC48A11ED69}" dt="2026-04-13T06:12:47.409" v="428" actId="1076"/>
          <ac:grpSpMkLst>
            <pc:docMk/>
            <pc:sldMk cId="798808685" sldId="286"/>
            <ac:grpSpMk id="50" creationId="{334C0B1B-461F-EA5F-726F-44CD2051F9FC}"/>
          </ac:grpSpMkLst>
        </pc:grpChg>
        <pc:grpChg chg="add mod">
          <ac:chgData name="Manpreet Kour" userId="bfaba7c6dce74e44" providerId="LiveId" clId="{559AFACA-AB64-4853-937D-7BC48A11ED69}" dt="2026-04-10T14:59:43.963" v="223" actId="1076"/>
          <ac:grpSpMkLst>
            <pc:docMk/>
            <pc:sldMk cId="798808685" sldId="286"/>
            <ac:grpSpMk id="54" creationId="{3189FBD7-47FA-05B0-4011-66A8D8325613}"/>
          </ac:grpSpMkLst>
        </pc:grpChg>
        <pc:grpChg chg="add mod">
          <ac:chgData name="Manpreet Kour" userId="bfaba7c6dce74e44" providerId="LiveId" clId="{559AFACA-AB64-4853-937D-7BC48A11ED69}" dt="2026-04-10T15:01:26.516" v="236" actId="1076"/>
          <ac:grpSpMkLst>
            <pc:docMk/>
            <pc:sldMk cId="798808685" sldId="286"/>
            <ac:grpSpMk id="57" creationId="{7F597D68-E495-0FA0-1899-3A7E9EE17C8D}"/>
          </ac:grpSpMkLst>
        </pc:grpChg>
        <pc:cxnChg chg="mod">
          <ac:chgData name="Manpreet Kour" userId="bfaba7c6dce74e44" providerId="LiveId" clId="{559AFACA-AB64-4853-937D-7BC48A11ED69}" dt="2026-04-10T14:53:06.286" v="149" actId="14100"/>
          <ac:cxnSpMkLst>
            <pc:docMk/>
            <pc:sldMk cId="798808685" sldId="286"/>
            <ac:cxnSpMk id="12" creationId="{3A361AC4-E0F6-14B7-619A-C82B7A06DFAD}"/>
          </ac:cxnSpMkLst>
        </pc:cxnChg>
        <pc:cxnChg chg="add mod">
          <ac:chgData name="Manpreet Kour" userId="bfaba7c6dce74e44" providerId="LiveId" clId="{559AFACA-AB64-4853-937D-7BC48A11ED69}" dt="2026-04-10T14:41:20.255" v="120" actId="1076"/>
          <ac:cxnSpMkLst>
            <pc:docMk/>
            <pc:sldMk cId="798808685" sldId="286"/>
            <ac:cxnSpMk id="39" creationId="{4933CBDA-6F36-CCE8-B439-6B37F7FE6311}"/>
          </ac:cxnSpMkLst>
        </pc:cxnChg>
      </pc:sldChg>
      <pc:sldChg chg="addSp delSp modSp new mod ord">
        <pc:chgData name="Manpreet Kour" userId="bfaba7c6dce74e44" providerId="LiveId" clId="{559AFACA-AB64-4853-937D-7BC48A11ED69}" dt="2026-04-15T17:24:04.005" v="766" actId="1076"/>
        <pc:sldMkLst>
          <pc:docMk/>
          <pc:sldMk cId="2078287536" sldId="287"/>
        </pc:sldMkLst>
        <pc:spChg chg="add mod">
          <ac:chgData name="Manpreet Kour" userId="bfaba7c6dce74e44" providerId="LiveId" clId="{559AFACA-AB64-4853-937D-7BC48A11ED69}" dt="2026-04-15T17:16:03.016" v="707" actId="20577"/>
          <ac:spMkLst>
            <pc:docMk/>
            <pc:sldMk cId="2078287536" sldId="287"/>
            <ac:spMk id="2" creationId="{DB847806-BD8E-DAD5-1B4D-CC76AB4C71AB}"/>
          </ac:spMkLst>
        </pc:spChg>
        <pc:spChg chg="add mod">
          <ac:chgData name="Manpreet Kour" userId="bfaba7c6dce74e44" providerId="LiveId" clId="{559AFACA-AB64-4853-937D-7BC48A11ED69}" dt="2026-04-15T17:24:04.005" v="766" actId="1076"/>
          <ac:spMkLst>
            <pc:docMk/>
            <pc:sldMk cId="2078287536" sldId="287"/>
            <ac:spMk id="3" creationId="{C1F10E58-20B0-D79A-62B3-CF1E2FCB1F3F}"/>
          </ac:spMkLst>
        </pc:spChg>
        <pc:picChg chg="add del mod">
          <ac:chgData name="Manpreet Kour" userId="bfaba7c6dce74e44" providerId="LiveId" clId="{559AFACA-AB64-4853-937D-7BC48A11ED69}" dt="2026-04-15T17:23:01.424" v="715" actId="478"/>
          <ac:picMkLst>
            <pc:docMk/>
            <pc:sldMk cId="2078287536" sldId="287"/>
            <ac:picMk id="1026" creationId="{1FE34E8F-FC2F-208F-2637-4F5E11ADA8CB}"/>
          </ac:picMkLst>
        </pc:picChg>
      </pc:sldChg>
      <pc:sldChg chg="addSp delSp modSp add mod ord">
        <pc:chgData name="Manpreet Kour" userId="bfaba7c6dce74e44" providerId="LiveId" clId="{559AFACA-AB64-4853-937D-7BC48A11ED69}" dt="2026-04-15T17:39:49.550" v="932" actId="1076"/>
        <pc:sldMkLst>
          <pc:docMk/>
          <pc:sldMk cId="476445273" sldId="288"/>
        </pc:sldMkLst>
        <pc:spChg chg="add mod">
          <ac:chgData name="Manpreet Kour" userId="bfaba7c6dce74e44" providerId="LiveId" clId="{559AFACA-AB64-4853-937D-7BC48A11ED69}" dt="2026-04-15T17:38:11.940" v="878" actId="1076"/>
          <ac:spMkLst>
            <pc:docMk/>
            <pc:sldMk cId="476445273" sldId="288"/>
            <ac:spMk id="3" creationId="{FD3E8E2D-A921-B6D0-99EA-6EF4F7876C9F}"/>
          </ac:spMkLst>
        </pc:spChg>
        <pc:spChg chg="add mod">
          <ac:chgData name="Manpreet Kour" userId="bfaba7c6dce74e44" providerId="LiveId" clId="{559AFACA-AB64-4853-937D-7BC48A11ED69}" dt="2026-04-15T17:39:49.550" v="932" actId="1076"/>
          <ac:spMkLst>
            <pc:docMk/>
            <pc:sldMk cId="476445273" sldId="288"/>
            <ac:spMk id="4" creationId="{D216090C-F7A8-1282-B7F2-A1AD9F28409C}"/>
          </ac:spMkLst>
        </pc:spChg>
        <pc:picChg chg="add mod">
          <ac:chgData name="Manpreet Kour" userId="bfaba7c6dce74e44" providerId="LiveId" clId="{559AFACA-AB64-4853-937D-7BC48A11ED69}" dt="2026-04-15T17:38:30.776" v="882" actId="1076"/>
          <ac:picMkLst>
            <pc:docMk/>
            <pc:sldMk cId="476445273" sldId="288"/>
            <ac:picMk id="4098" creationId="{12DE68BA-F046-B7D1-2D2F-B83FF478F18D}"/>
          </ac:picMkLst>
        </pc:picChg>
      </pc:sldChg>
      <pc:sldChg chg="addSp modSp add mod">
        <pc:chgData name="Manpreet Kour" userId="bfaba7c6dce74e44" providerId="LiveId" clId="{559AFACA-AB64-4853-937D-7BC48A11ED69}" dt="2026-04-15T17:36:39.245" v="862" actId="20577"/>
        <pc:sldMkLst>
          <pc:docMk/>
          <pc:sldMk cId="3545116992" sldId="289"/>
        </pc:sldMkLst>
        <pc:spChg chg="add mod">
          <ac:chgData name="Manpreet Kour" userId="bfaba7c6dce74e44" providerId="LiveId" clId="{559AFACA-AB64-4853-937D-7BC48A11ED69}" dt="2026-04-15T17:36:39.245" v="862" actId="20577"/>
          <ac:spMkLst>
            <pc:docMk/>
            <pc:sldMk cId="3545116992" sldId="289"/>
            <ac:spMk id="2" creationId="{71121DFD-3391-3506-3B85-A470E0676DF0}"/>
          </ac:spMkLst>
        </pc:spChg>
      </pc:sldChg>
      <pc:sldChg chg="addSp modSp add mod ord modTransition">
        <pc:chgData name="Manpreet Kour" userId="bfaba7c6dce74e44" providerId="LiveId" clId="{559AFACA-AB64-4853-937D-7BC48A11ED69}" dt="2026-04-15T17:45:00.802" v="969" actId="1076"/>
        <pc:sldMkLst>
          <pc:docMk/>
          <pc:sldMk cId="3548215570" sldId="290"/>
        </pc:sldMkLst>
        <pc:spChg chg="add mod">
          <ac:chgData name="Manpreet Kour" userId="bfaba7c6dce74e44" providerId="LiveId" clId="{559AFACA-AB64-4853-937D-7BC48A11ED69}" dt="2026-04-15T17:42:24.120" v="934"/>
          <ac:spMkLst>
            <pc:docMk/>
            <pc:sldMk cId="3548215570" sldId="290"/>
            <ac:spMk id="3" creationId="{42D551C4-1B3F-84AB-3A8A-4A6DB72C07CD}"/>
          </ac:spMkLst>
        </pc:spChg>
        <pc:spChg chg="add mod">
          <ac:chgData name="Manpreet Kour" userId="bfaba7c6dce74e44" providerId="LiveId" clId="{559AFACA-AB64-4853-937D-7BC48A11ED69}" dt="2026-04-15T17:45:00.802" v="969" actId="1076"/>
          <ac:spMkLst>
            <pc:docMk/>
            <pc:sldMk cId="3548215570" sldId="290"/>
            <ac:spMk id="4" creationId="{5E7A3D00-E0E5-BA07-800F-C4C6FFED517E}"/>
          </ac:spMkLst>
        </pc:spChg>
        <pc:spChg chg="add mod">
          <ac:chgData name="Manpreet Kour" userId="bfaba7c6dce74e44" providerId="LiveId" clId="{559AFACA-AB64-4853-937D-7BC48A11ED69}" dt="2026-04-15T17:42:34.601" v="937" actId="1076"/>
          <ac:spMkLst>
            <pc:docMk/>
            <pc:sldMk cId="3548215570" sldId="290"/>
            <ac:spMk id="5" creationId="{1BDE88EC-BCC9-763A-4064-CED536A668EA}"/>
          </ac:spMkLst>
        </pc:spChg>
        <pc:picChg chg="add mod">
          <ac:chgData name="Manpreet Kour" userId="bfaba7c6dce74e44" providerId="LiveId" clId="{559AFACA-AB64-4853-937D-7BC48A11ED69}" dt="2026-04-15T17:44:35.785" v="966" actId="14100"/>
          <ac:picMkLst>
            <pc:docMk/>
            <pc:sldMk cId="3548215570" sldId="290"/>
            <ac:picMk id="2" creationId="{90519D3C-B461-812B-E616-F5A32A813EFE}"/>
          </ac:picMkLst>
        </pc:picChg>
        <pc:picChg chg="add mod">
          <ac:chgData name="Manpreet Kour" userId="bfaba7c6dce74e44" providerId="LiveId" clId="{559AFACA-AB64-4853-937D-7BC48A11ED69}" dt="2026-04-15T17:44:46.767" v="968" actId="14100"/>
          <ac:picMkLst>
            <pc:docMk/>
            <pc:sldMk cId="3548215570" sldId="290"/>
            <ac:picMk id="6" creationId="{151FA65C-B7E1-CF24-60F6-6BE95ED5565E}"/>
          </ac:picMkLst>
        </pc:picChg>
      </pc:sldChg>
      <pc:sldChg chg="addSp delSp modSp add mod">
        <pc:chgData name="Manpreet Kour" userId="bfaba7c6dce74e44" providerId="LiveId" clId="{559AFACA-AB64-4853-937D-7BC48A11ED69}" dt="2026-04-15T17:48:32.132" v="981" actId="1076"/>
        <pc:sldMkLst>
          <pc:docMk/>
          <pc:sldMk cId="1393695408" sldId="291"/>
        </pc:sldMkLst>
        <pc:spChg chg="add mod">
          <ac:chgData name="Manpreet Kour" userId="bfaba7c6dce74e44" providerId="LiveId" clId="{559AFACA-AB64-4853-937D-7BC48A11ED69}" dt="2026-04-15T17:48:20.723" v="976" actId="207"/>
          <ac:spMkLst>
            <pc:docMk/>
            <pc:sldMk cId="1393695408" sldId="291"/>
            <ac:spMk id="4" creationId="{32FC4A7A-B4A3-78ED-72BD-A9C9FDAEBED2}"/>
          </ac:spMkLst>
        </pc:spChg>
        <pc:picChg chg="add mod">
          <ac:chgData name="Manpreet Kour" userId="bfaba7c6dce74e44" providerId="LiveId" clId="{559AFACA-AB64-4853-937D-7BC48A11ED69}" dt="2026-04-15T17:48:32.132" v="981" actId="1076"/>
          <ac:picMkLst>
            <pc:docMk/>
            <pc:sldMk cId="1393695408" sldId="291"/>
            <ac:picMk id="3" creationId="{36622841-0343-BBC3-0E2F-5FC84D5CB784}"/>
          </ac:picMkLst>
        </pc:picChg>
      </pc:sldChg>
      <pc:sldChg chg="add">
        <pc:chgData name="Manpreet Kour" userId="bfaba7c6dce74e44" providerId="LiveId" clId="{559AFACA-AB64-4853-937D-7BC48A11ED69}" dt="2026-04-15T17:49:40.018" v="984"/>
        <pc:sldMkLst>
          <pc:docMk/>
          <pc:sldMk cId="1281134423" sldId="292"/>
        </pc:sldMkLst>
      </pc:sldChg>
      <pc:sldChg chg="addSp modSp add mod modTransition">
        <pc:chgData name="Manpreet Kour" userId="bfaba7c6dce74e44" providerId="LiveId" clId="{559AFACA-AB64-4853-937D-7BC48A11ED69}" dt="2026-04-26T08:12:05.405" v="1647" actId="1076"/>
        <pc:sldMkLst>
          <pc:docMk/>
          <pc:sldMk cId="4104433299" sldId="293"/>
        </pc:sldMkLst>
        <pc:spChg chg="mod">
          <ac:chgData name="Manpreet Kour" userId="bfaba7c6dce74e44" providerId="LiveId" clId="{559AFACA-AB64-4853-937D-7BC48A11ED69}" dt="2026-04-26T08:12:05.405" v="1647" actId="1076"/>
          <ac:spMkLst>
            <pc:docMk/>
            <pc:sldMk cId="4104433299" sldId="293"/>
            <ac:spMk id="3" creationId="{41E65EDE-529D-EC1C-9036-AB116C6A4556}"/>
          </ac:spMkLst>
        </pc:spChg>
        <pc:picChg chg="mod">
          <ac:chgData name="Manpreet Kour" userId="bfaba7c6dce74e44" providerId="LiveId" clId="{559AFACA-AB64-4853-937D-7BC48A11ED69}" dt="2026-04-15T17:29:16.204" v="775" actId="1076"/>
          <ac:picMkLst>
            <pc:docMk/>
            <pc:sldMk cId="4104433299" sldId="293"/>
            <ac:picMk id="1026" creationId="{51DBA705-FCCA-1EE4-CB30-F6D36A33288B}"/>
          </ac:picMkLst>
        </pc:picChg>
        <pc:picChg chg="add mod">
          <ac:chgData name="Manpreet Kour" userId="bfaba7c6dce74e44" providerId="LiveId" clId="{559AFACA-AB64-4853-937D-7BC48A11ED69}" dt="2026-04-15T17:29:27.602" v="777" actId="14100"/>
          <ac:picMkLst>
            <pc:docMk/>
            <pc:sldMk cId="4104433299" sldId="293"/>
            <ac:picMk id="2050" creationId="{31F04CB1-7181-0DC8-5801-D94035010B85}"/>
          </ac:picMkLst>
        </pc:picChg>
      </pc:sldChg>
      <pc:sldChg chg="addSp modSp add mod">
        <pc:chgData name="Manpreet Kour" userId="bfaba7c6dce74e44" providerId="LiveId" clId="{559AFACA-AB64-4853-937D-7BC48A11ED69}" dt="2026-04-15T17:50:17.115" v="991" actId="1076"/>
        <pc:sldMkLst>
          <pc:docMk/>
          <pc:sldMk cId="2169950280" sldId="294"/>
        </pc:sldMkLst>
        <pc:spChg chg="mod">
          <ac:chgData name="Manpreet Kour" userId="bfaba7c6dce74e44" providerId="LiveId" clId="{559AFACA-AB64-4853-937D-7BC48A11ED69}" dt="2026-04-15T17:49:59.039" v="986" actId="21"/>
          <ac:spMkLst>
            <pc:docMk/>
            <pc:sldMk cId="2169950280" sldId="294"/>
            <ac:spMk id="2" creationId="{B7AAF96E-58C7-8B02-2135-E0ABB382E26F}"/>
          </ac:spMkLst>
        </pc:spChg>
        <pc:spChg chg="add mod">
          <ac:chgData name="Manpreet Kour" userId="bfaba7c6dce74e44" providerId="LiveId" clId="{559AFACA-AB64-4853-937D-7BC48A11ED69}" dt="2026-04-15T17:50:17.115" v="991" actId="1076"/>
          <ac:spMkLst>
            <pc:docMk/>
            <pc:sldMk cId="2169950280" sldId="294"/>
            <ac:spMk id="4" creationId="{88352923-08B4-6E25-FFD6-5CE2A0EC47D4}"/>
          </ac:spMkLst>
        </pc:spChg>
      </pc:sldChg>
      <pc:sldChg chg="add">
        <pc:chgData name="Manpreet Kour" userId="bfaba7c6dce74e44" providerId="LiveId" clId="{559AFACA-AB64-4853-937D-7BC48A11ED69}" dt="2026-04-15T17:52:20.492" v="1009"/>
        <pc:sldMkLst>
          <pc:docMk/>
          <pc:sldMk cId="36258564" sldId="302"/>
        </pc:sldMkLst>
      </pc:sldChg>
      <pc:sldChg chg="modSp add mod">
        <pc:chgData name="Manpreet Kour" userId="bfaba7c6dce74e44" providerId="LiveId" clId="{559AFACA-AB64-4853-937D-7BC48A11ED69}" dt="2026-04-23T05:21:50.390" v="1283" actId="20577"/>
        <pc:sldMkLst>
          <pc:docMk/>
          <pc:sldMk cId="1563434463" sldId="316"/>
        </pc:sldMkLst>
        <pc:spChg chg="mod">
          <ac:chgData name="Manpreet Kour" userId="bfaba7c6dce74e44" providerId="LiveId" clId="{559AFACA-AB64-4853-937D-7BC48A11ED69}" dt="2026-04-23T05:21:08.340" v="1223" actId="20577"/>
          <ac:spMkLst>
            <pc:docMk/>
            <pc:sldMk cId="1563434463" sldId="316"/>
            <ac:spMk id="5" creationId="{6FB464BC-482B-1B0F-FCF9-5791624770D7}"/>
          </ac:spMkLst>
        </pc:spChg>
        <pc:spChg chg="mod">
          <ac:chgData name="Manpreet Kour" userId="bfaba7c6dce74e44" providerId="LiveId" clId="{559AFACA-AB64-4853-937D-7BC48A11ED69}" dt="2026-04-23T05:21:50.390" v="1283" actId="20577"/>
          <ac:spMkLst>
            <pc:docMk/>
            <pc:sldMk cId="1563434463" sldId="316"/>
            <ac:spMk id="7" creationId="{4C555B89-D334-B22C-7793-AB4E722712B6}"/>
          </ac:spMkLst>
        </pc:spChg>
      </pc:sldChg>
      <pc:sldChg chg="addSp delSp modSp add mod">
        <pc:chgData name="Manpreet Kour" userId="bfaba7c6dce74e44" providerId="LiveId" clId="{559AFACA-AB64-4853-937D-7BC48A11ED69}" dt="2026-04-15T17:51:37.592" v="1006"/>
        <pc:sldMkLst>
          <pc:docMk/>
          <pc:sldMk cId="756470770" sldId="327"/>
        </pc:sldMkLst>
        <pc:spChg chg="add mod">
          <ac:chgData name="Manpreet Kour" userId="bfaba7c6dce74e44" providerId="LiveId" clId="{559AFACA-AB64-4853-937D-7BC48A11ED69}" dt="2026-04-15T17:51:37.592" v="1006"/>
          <ac:spMkLst>
            <pc:docMk/>
            <pc:sldMk cId="756470770" sldId="327"/>
            <ac:spMk id="5" creationId="{8B4500AD-49A4-19B5-3069-BB2FFD0BB080}"/>
          </ac:spMkLst>
        </pc:spChg>
      </pc:sldChg>
      <pc:sldChg chg="addSp delSp modSp add mod">
        <pc:chgData name="Manpreet Kour" userId="bfaba7c6dce74e44" providerId="LiveId" clId="{559AFACA-AB64-4853-937D-7BC48A11ED69}" dt="2026-04-15T17:51:43.338" v="1008"/>
        <pc:sldMkLst>
          <pc:docMk/>
          <pc:sldMk cId="1697174828" sldId="328"/>
        </pc:sldMkLst>
        <pc:spChg chg="add mod">
          <ac:chgData name="Manpreet Kour" userId="bfaba7c6dce74e44" providerId="LiveId" clId="{559AFACA-AB64-4853-937D-7BC48A11ED69}" dt="2026-04-15T17:51:43.338" v="1008"/>
          <ac:spMkLst>
            <pc:docMk/>
            <pc:sldMk cId="1697174828" sldId="328"/>
            <ac:spMk id="4" creationId="{2A178011-FB56-1F94-6CAA-3F80014D02A1}"/>
          </ac:spMkLst>
        </pc:spChg>
      </pc:sldChg>
      <pc:sldChg chg="addSp delSp modSp add mod">
        <pc:chgData name="Manpreet Kour" userId="bfaba7c6dce74e44" providerId="LiveId" clId="{559AFACA-AB64-4853-937D-7BC48A11ED69}" dt="2026-04-15T17:51:22.404" v="1002"/>
        <pc:sldMkLst>
          <pc:docMk/>
          <pc:sldMk cId="322179536" sldId="335"/>
        </pc:sldMkLst>
        <pc:spChg chg="add mod">
          <ac:chgData name="Manpreet Kour" userId="bfaba7c6dce74e44" providerId="LiveId" clId="{559AFACA-AB64-4853-937D-7BC48A11ED69}" dt="2026-04-15T17:51:22.404" v="1002"/>
          <ac:spMkLst>
            <pc:docMk/>
            <pc:sldMk cId="322179536" sldId="335"/>
            <ac:spMk id="4" creationId="{B80B8164-4D57-91F8-2B2D-0753CFE8787A}"/>
          </ac:spMkLst>
        </pc:spChg>
      </pc:sldChg>
      <pc:sldChg chg="addSp delSp modSp add mod">
        <pc:chgData name="Manpreet Kour" userId="bfaba7c6dce74e44" providerId="LiveId" clId="{559AFACA-AB64-4853-937D-7BC48A11ED69}" dt="2026-04-15T17:51:31.499" v="1004"/>
        <pc:sldMkLst>
          <pc:docMk/>
          <pc:sldMk cId="3094970698" sldId="336"/>
        </pc:sldMkLst>
        <pc:spChg chg="add mod">
          <ac:chgData name="Manpreet Kour" userId="bfaba7c6dce74e44" providerId="LiveId" clId="{559AFACA-AB64-4853-937D-7BC48A11ED69}" dt="2026-04-15T17:51:31.499" v="1004"/>
          <ac:spMkLst>
            <pc:docMk/>
            <pc:sldMk cId="3094970698" sldId="336"/>
            <ac:spMk id="4" creationId="{F0A6C060-372A-B6C6-19E8-D02601819CF6}"/>
          </ac:spMkLst>
        </pc:spChg>
      </pc:sldChg>
      <pc:sldChg chg="add">
        <pc:chgData name="Manpreet Kour" userId="bfaba7c6dce74e44" providerId="LiveId" clId="{559AFACA-AB64-4853-937D-7BC48A11ED69}" dt="2026-04-15T17:52:20.492" v="1009"/>
        <pc:sldMkLst>
          <pc:docMk/>
          <pc:sldMk cId="3135109346" sldId="347"/>
        </pc:sldMkLst>
      </pc:sldChg>
      <pc:sldChg chg="add">
        <pc:chgData name="Manpreet Kour" userId="bfaba7c6dce74e44" providerId="LiveId" clId="{559AFACA-AB64-4853-937D-7BC48A11ED69}" dt="2026-04-15T17:52:20.492" v="1009"/>
        <pc:sldMkLst>
          <pc:docMk/>
          <pc:sldMk cId="510184206" sldId="350"/>
        </pc:sldMkLst>
      </pc:sldChg>
      <pc:sldChg chg="addSp delSp modSp new mod ord">
        <pc:chgData name="Manpreet Kour" userId="bfaba7c6dce74e44" providerId="LiveId" clId="{559AFACA-AB64-4853-937D-7BC48A11ED69}" dt="2026-04-21T17:45:59.871" v="1065" actId="1076"/>
        <pc:sldMkLst>
          <pc:docMk/>
          <pc:sldMk cId="829150139" sldId="351"/>
        </pc:sldMkLst>
        <pc:spChg chg="add mod">
          <ac:chgData name="Manpreet Kour" userId="bfaba7c6dce74e44" providerId="LiveId" clId="{559AFACA-AB64-4853-937D-7BC48A11ED69}" dt="2026-04-21T17:45:57.940" v="1064" actId="1076"/>
          <ac:spMkLst>
            <pc:docMk/>
            <pc:sldMk cId="829150139" sldId="351"/>
            <ac:spMk id="7" creationId="{F9D97202-E341-A7A5-F015-1E1B439FA227}"/>
          </ac:spMkLst>
        </pc:spChg>
        <pc:picChg chg="add mod">
          <ac:chgData name="Manpreet Kour" userId="bfaba7c6dce74e44" providerId="LiveId" clId="{559AFACA-AB64-4853-937D-7BC48A11ED69}" dt="2026-04-21T17:45:59.871" v="1065" actId="1076"/>
          <ac:picMkLst>
            <pc:docMk/>
            <pc:sldMk cId="829150139" sldId="351"/>
            <ac:picMk id="3" creationId="{83138D08-ABD3-CD09-D591-A9E92047A3B1}"/>
          </ac:picMkLst>
        </pc:picChg>
      </pc:sldChg>
      <pc:sldChg chg="addSp modSp add mod">
        <pc:chgData name="Manpreet Kour" userId="bfaba7c6dce74e44" providerId="LiveId" clId="{559AFACA-AB64-4853-937D-7BC48A11ED69}" dt="2026-04-21T17:45:15.074" v="1052" actId="207"/>
        <pc:sldMkLst>
          <pc:docMk/>
          <pc:sldMk cId="301503824" sldId="352"/>
        </pc:sldMkLst>
        <pc:spChg chg="add mod">
          <ac:chgData name="Manpreet Kour" userId="bfaba7c6dce74e44" providerId="LiveId" clId="{559AFACA-AB64-4853-937D-7BC48A11ED69}" dt="2026-04-21T17:45:15.074" v="1052" actId="207"/>
          <ac:spMkLst>
            <pc:docMk/>
            <pc:sldMk cId="301503824" sldId="352"/>
            <ac:spMk id="5" creationId="{26F3CA80-B12B-1762-60C8-6CB108DE8189}"/>
          </ac:spMkLst>
        </pc:spChg>
        <pc:picChg chg="add mod">
          <ac:chgData name="Manpreet Kour" userId="bfaba7c6dce74e44" providerId="LiveId" clId="{559AFACA-AB64-4853-937D-7BC48A11ED69}" dt="2026-04-21T17:44:58.832" v="1049" actId="1076"/>
          <ac:picMkLst>
            <pc:docMk/>
            <pc:sldMk cId="301503824" sldId="352"/>
            <ac:picMk id="3" creationId="{65E3C530-C5F4-26D5-3943-B27EF480C255}"/>
          </ac:picMkLst>
        </pc:picChg>
        <pc:picChg chg="add mod">
          <ac:chgData name="Manpreet Kour" userId="bfaba7c6dce74e44" providerId="LiveId" clId="{559AFACA-AB64-4853-937D-7BC48A11ED69}" dt="2026-04-21T17:44:47.200" v="1046" actId="1076"/>
          <ac:picMkLst>
            <pc:docMk/>
            <pc:sldMk cId="301503824" sldId="352"/>
            <ac:picMk id="6" creationId="{8B697EF4-25FD-8508-1CD5-283DA8A3B048}"/>
          </ac:picMkLst>
        </pc:picChg>
      </pc:sldChg>
      <pc:sldChg chg="add ord">
        <pc:chgData name="Manpreet Kour" userId="bfaba7c6dce74e44" providerId="LiveId" clId="{559AFACA-AB64-4853-937D-7BC48A11ED69}" dt="2026-04-23T05:22:02.501" v="1285"/>
        <pc:sldMkLst>
          <pc:docMk/>
          <pc:sldMk cId="3785756912" sldId="353"/>
        </pc:sldMkLst>
      </pc:sldChg>
      <pc:sldChg chg="addSp modSp add mod">
        <pc:chgData name="Manpreet Kour" userId="bfaba7c6dce74e44" providerId="LiveId" clId="{559AFACA-AB64-4853-937D-7BC48A11ED69}" dt="2026-04-23T06:01:27.647" v="1361" actId="208"/>
        <pc:sldMkLst>
          <pc:docMk/>
          <pc:sldMk cId="2128314703" sldId="354"/>
        </pc:sldMkLst>
        <pc:spChg chg="add mod">
          <ac:chgData name="Manpreet Kour" userId="bfaba7c6dce74e44" providerId="LiveId" clId="{559AFACA-AB64-4853-937D-7BC48A11ED69}" dt="2026-04-23T06:01:22.132" v="1360" actId="1076"/>
          <ac:spMkLst>
            <pc:docMk/>
            <pc:sldMk cId="2128314703" sldId="354"/>
            <ac:spMk id="10" creationId="{A616AD35-B7C4-6967-8068-FA18C865C665}"/>
          </ac:spMkLst>
        </pc:spChg>
        <pc:picChg chg="add mod">
          <ac:chgData name="Manpreet Kour" userId="bfaba7c6dce74e44" providerId="LiveId" clId="{559AFACA-AB64-4853-937D-7BC48A11ED69}" dt="2026-04-23T05:39:27.872" v="1288" actId="1076"/>
          <ac:picMkLst>
            <pc:docMk/>
            <pc:sldMk cId="2128314703" sldId="354"/>
            <ac:picMk id="3" creationId="{31CD473B-1517-0362-34AF-F9DEA461F5A4}"/>
          </ac:picMkLst>
        </pc:picChg>
        <pc:picChg chg="add mod">
          <ac:chgData name="Manpreet Kour" userId="bfaba7c6dce74e44" providerId="LiveId" clId="{559AFACA-AB64-4853-937D-7BC48A11ED69}" dt="2026-04-23T05:39:52.779" v="1292" actId="14100"/>
          <ac:picMkLst>
            <pc:docMk/>
            <pc:sldMk cId="2128314703" sldId="354"/>
            <ac:picMk id="5" creationId="{66DAA811-6BEC-8CC7-674F-CFF5C6E05C70}"/>
          </ac:picMkLst>
        </pc:picChg>
        <pc:picChg chg="add mod">
          <ac:chgData name="Manpreet Kour" userId="bfaba7c6dce74e44" providerId="LiveId" clId="{559AFACA-AB64-4853-937D-7BC48A11ED69}" dt="2026-04-23T06:01:27.647" v="1361" actId="208"/>
          <ac:picMkLst>
            <pc:docMk/>
            <pc:sldMk cId="2128314703" sldId="354"/>
            <ac:picMk id="7" creationId="{9DC9FC7F-7C97-C55E-95B5-EF69FBEF63A3}"/>
          </ac:picMkLst>
        </pc:picChg>
        <pc:picChg chg="add mod">
          <ac:chgData name="Manpreet Kour" userId="bfaba7c6dce74e44" providerId="LiveId" clId="{559AFACA-AB64-4853-937D-7BC48A11ED69}" dt="2026-04-23T06:00:30.201" v="1306" actId="1076"/>
          <ac:picMkLst>
            <pc:docMk/>
            <pc:sldMk cId="2128314703" sldId="354"/>
            <ac:picMk id="9" creationId="{8F3C3CBF-C425-8C9F-E216-A93151C8F0AC}"/>
          </ac:picMkLst>
        </pc:picChg>
      </pc:sldChg>
      <pc:sldChg chg="addSp delSp modSp add mod ord">
        <pc:chgData name="Manpreet Kour" userId="bfaba7c6dce74e44" providerId="LiveId" clId="{559AFACA-AB64-4853-937D-7BC48A11ED69}" dt="2026-04-23T06:37:27.427" v="1401"/>
        <pc:sldMkLst>
          <pc:docMk/>
          <pc:sldMk cId="2886438021" sldId="355"/>
        </pc:sldMkLst>
        <pc:picChg chg="add mod">
          <ac:chgData name="Manpreet Kour" userId="bfaba7c6dce74e44" providerId="LiveId" clId="{559AFACA-AB64-4853-937D-7BC48A11ED69}" dt="2026-04-23T06:06:42.013" v="1364" actId="14100"/>
          <ac:picMkLst>
            <pc:docMk/>
            <pc:sldMk cId="2886438021" sldId="355"/>
            <ac:picMk id="3" creationId="{DD1CACBE-594B-AF89-BB1F-2B28AE03E3FB}"/>
          </ac:picMkLst>
        </pc:picChg>
        <pc:picChg chg="add mod">
          <ac:chgData name="Manpreet Kour" userId="bfaba7c6dce74e44" providerId="LiveId" clId="{559AFACA-AB64-4853-937D-7BC48A11ED69}" dt="2026-04-23T06:37:20.622" v="1397" actId="1076"/>
          <ac:picMkLst>
            <pc:docMk/>
            <pc:sldMk cId="2886438021" sldId="355"/>
            <ac:picMk id="5" creationId="{AE2ABBA5-C0A6-C16C-E631-DC900B49E782}"/>
          </ac:picMkLst>
        </pc:picChg>
      </pc:sldChg>
      <pc:sldChg chg="addSp delSp modSp add mod">
        <pc:chgData name="Manpreet Kour" userId="bfaba7c6dce74e44" providerId="LiveId" clId="{559AFACA-AB64-4853-937D-7BC48A11ED69}" dt="2026-04-23T12:59:00.996" v="1447" actId="20577"/>
        <pc:sldMkLst>
          <pc:docMk/>
          <pc:sldMk cId="476600497" sldId="356"/>
        </pc:sldMkLst>
        <pc:spChg chg="add mod">
          <ac:chgData name="Manpreet Kour" userId="bfaba7c6dce74e44" providerId="LiveId" clId="{559AFACA-AB64-4853-937D-7BC48A11ED69}" dt="2026-04-23T12:59:00.996" v="1447" actId="20577"/>
          <ac:spMkLst>
            <pc:docMk/>
            <pc:sldMk cId="476600497" sldId="356"/>
            <ac:spMk id="12" creationId="{DBE8B5E5-76B0-8483-4464-AA5832D2BA6E}"/>
          </ac:spMkLst>
        </pc:spChg>
        <pc:picChg chg="add mod">
          <ac:chgData name="Manpreet Kour" userId="bfaba7c6dce74e44" providerId="LiveId" clId="{559AFACA-AB64-4853-937D-7BC48A11ED69}" dt="2026-04-23T12:55:09.748" v="1410" actId="1076"/>
          <ac:picMkLst>
            <pc:docMk/>
            <pc:sldMk cId="476600497" sldId="356"/>
            <ac:picMk id="8" creationId="{F3B734B4-8B50-5B06-4FC7-A85F803CADB2}"/>
          </ac:picMkLst>
        </pc:picChg>
        <pc:picChg chg="add mod">
          <ac:chgData name="Manpreet Kour" userId="bfaba7c6dce74e44" providerId="LiveId" clId="{559AFACA-AB64-4853-937D-7BC48A11ED69}" dt="2026-04-23T12:55:47.699" v="1414" actId="14100"/>
          <ac:picMkLst>
            <pc:docMk/>
            <pc:sldMk cId="476600497" sldId="356"/>
            <ac:picMk id="10" creationId="{EA4C154D-CD04-94E5-8056-7E5BFEBC5B43}"/>
          </ac:picMkLst>
        </pc:picChg>
      </pc:sldChg>
      <pc:sldChg chg="addSp delSp modSp add mod">
        <pc:chgData name="Manpreet Kour" userId="bfaba7c6dce74e44" providerId="LiveId" clId="{559AFACA-AB64-4853-937D-7BC48A11ED69}" dt="2026-04-23T15:23:49.030" v="1507" actId="207"/>
        <pc:sldMkLst>
          <pc:docMk/>
          <pc:sldMk cId="1361171271" sldId="357"/>
        </pc:sldMkLst>
        <pc:spChg chg="add mod">
          <ac:chgData name="Manpreet Kour" userId="bfaba7c6dce74e44" providerId="LiveId" clId="{559AFACA-AB64-4853-937D-7BC48A11ED69}" dt="2026-04-23T15:22:29.108" v="1503" actId="1076"/>
          <ac:spMkLst>
            <pc:docMk/>
            <pc:sldMk cId="1361171271" sldId="357"/>
            <ac:spMk id="12" creationId="{25CAB5A0-8049-CAEE-7EE7-738C87F7E83B}"/>
          </ac:spMkLst>
        </pc:spChg>
        <pc:spChg chg="add mod">
          <ac:chgData name="Manpreet Kour" userId="bfaba7c6dce74e44" providerId="LiveId" clId="{559AFACA-AB64-4853-937D-7BC48A11ED69}" dt="2026-04-23T15:21:57.229" v="1498" actId="1076"/>
          <ac:spMkLst>
            <pc:docMk/>
            <pc:sldMk cId="1361171271" sldId="357"/>
            <ac:spMk id="13" creationId="{CEB2A039-10B3-2B98-6E35-A1FBC21EBC3B}"/>
          </ac:spMkLst>
        </pc:spChg>
        <pc:spChg chg="add mod ord">
          <ac:chgData name="Manpreet Kour" userId="bfaba7c6dce74e44" providerId="LiveId" clId="{559AFACA-AB64-4853-937D-7BC48A11ED69}" dt="2026-04-23T15:23:49.030" v="1507" actId="207"/>
          <ac:spMkLst>
            <pc:docMk/>
            <pc:sldMk cId="1361171271" sldId="357"/>
            <ac:spMk id="14" creationId="{33FA3524-83B5-22B3-1A93-C04A23941307}"/>
          </ac:spMkLst>
        </pc:spChg>
        <pc:picChg chg="add mod">
          <ac:chgData name="Manpreet Kour" userId="bfaba7c6dce74e44" providerId="LiveId" clId="{559AFACA-AB64-4853-937D-7BC48A11ED69}" dt="2026-04-23T15:21:04.322" v="1492" actId="1076"/>
          <ac:picMkLst>
            <pc:docMk/>
            <pc:sldMk cId="1361171271" sldId="357"/>
            <ac:picMk id="6" creationId="{00504653-C9C0-6DE0-085C-CC9C078DC627}"/>
          </ac:picMkLst>
        </pc:picChg>
        <pc:picChg chg="add mod">
          <ac:chgData name="Manpreet Kour" userId="bfaba7c6dce74e44" providerId="LiveId" clId="{559AFACA-AB64-4853-937D-7BC48A11ED69}" dt="2026-04-23T15:19:12.967" v="1457" actId="1076"/>
          <ac:picMkLst>
            <pc:docMk/>
            <pc:sldMk cId="1361171271" sldId="357"/>
            <ac:picMk id="8" creationId="{DBC6777C-3204-296D-CE28-60365E56462D}"/>
          </ac:picMkLst>
        </pc:picChg>
        <pc:picChg chg="add mod">
          <ac:chgData name="Manpreet Kour" userId="bfaba7c6dce74e44" providerId="LiveId" clId="{559AFACA-AB64-4853-937D-7BC48A11ED69}" dt="2026-04-23T15:19:31.797" v="1460" actId="1076"/>
          <ac:picMkLst>
            <pc:docMk/>
            <pc:sldMk cId="1361171271" sldId="357"/>
            <ac:picMk id="10" creationId="{D540911B-873E-05CD-078C-72217D0CABA0}"/>
          </ac:picMkLst>
        </pc:picChg>
      </pc:sldChg>
      <pc:sldChg chg="addSp modSp add mod modShow">
        <pc:chgData name="Manpreet Kour" userId="bfaba7c6dce74e44" providerId="LiveId" clId="{559AFACA-AB64-4853-937D-7BC48A11ED69}" dt="2026-04-24T09:38:14.055" v="1511" actId="729"/>
        <pc:sldMkLst>
          <pc:docMk/>
          <pc:sldMk cId="3402103768" sldId="358"/>
        </pc:sldMkLst>
        <pc:picChg chg="add mod">
          <ac:chgData name="Manpreet Kour" userId="bfaba7c6dce74e44" providerId="LiveId" clId="{559AFACA-AB64-4853-937D-7BC48A11ED69}" dt="2026-04-24T06:23:01.462" v="1510" actId="1076"/>
          <ac:picMkLst>
            <pc:docMk/>
            <pc:sldMk cId="3402103768" sldId="358"/>
            <ac:picMk id="3" creationId="{70708191-6E28-4369-3D4B-65E7CF61B560}"/>
          </ac:picMkLst>
        </pc:picChg>
      </pc:sldChg>
      <pc:sldChg chg="addSp modSp add mod">
        <pc:chgData name="Manpreet Kour" userId="bfaba7c6dce74e44" providerId="LiveId" clId="{559AFACA-AB64-4853-937D-7BC48A11ED69}" dt="2026-04-24T09:57:41.841" v="1575" actId="20577"/>
        <pc:sldMkLst>
          <pc:docMk/>
          <pc:sldMk cId="2643106421" sldId="359"/>
        </pc:sldMkLst>
        <pc:spChg chg="add mod">
          <ac:chgData name="Manpreet Kour" userId="bfaba7c6dce74e44" providerId="LiveId" clId="{559AFACA-AB64-4853-937D-7BC48A11ED69}" dt="2026-04-24T09:57:41.841" v="1575" actId="20577"/>
          <ac:spMkLst>
            <pc:docMk/>
            <pc:sldMk cId="2643106421" sldId="359"/>
            <ac:spMk id="11" creationId="{7C172F24-BBF6-5817-C2BB-C99D24B1F66D}"/>
          </ac:spMkLst>
        </pc:spChg>
        <pc:picChg chg="add mod">
          <ac:chgData name="Manpreet Kour" userId="bfaba7c6dce74e44" providerId="LiveId" clId="{559AFACA-AB64-4853-937D-7BC48A11ED69}" dt="2026-04-24T09:54:50.035" v="1514" actId="1076"/>
          <ac:picMkLst>
            <pc:docMk/>
            <pc:sldMk cId="2643106421" sldId="359"/>
            <ac:picMk id="3" creationId="{A697C455-423E-995F-9924-5C5271C8A796}"/>
          </ac:picMkLst>
        </pc:picChg>
        <pc:picChg chg="add mod">
          <ac:chgData name="Manpreet Kour" userId="bfaba7c6dce74e44" providerId="LiveId" clId="{559AFACA-AB64-4853-937D-7BC48A11ED69}" dt="2026-04-24T09:55:07.069" v="1517" actId="1076"/>
          <ac:picMkLst>
            <pc:docMk/>
            <pc:sldMk cId="2643106421" sldId="359"/>
            <ac:picMk id="5" creationId="{BB243F2A-756D-7863-A572-223D5B22FF36}"/>
          </ac:picMkLst>
        </pc:picChg>
        <pc:picChg chg="add mod">
          <ac:chgData name="Manpreet Kour" userId="bfaba7c6dce74e44" providerId="LiveId" clId="{559AFACA-AB64-4853-937D-7BC48A11ED69}" dt="2026-04-24T09:55:25.333" v="1520" actId="1076"/>
          <ac:picMkLst>
            <pc:docMk/>
            <pc:sldMk cId="2643106421" sldId="359"/>
            <ac:picMk id="7" creationId="{7A7DBF91-E138-1161-BC1F-0B65BE6118BE}"/>
          </ac:picMkLst>
        </pc:picChg>
        <pc:picChg chg="add mod">
          <ac:chgData name="Manpreet Kour" userId="bfaba7c6dce74e44" providerId="LiveId" clId="{559AFACA-AB64-4853-937D-7BC48A11ED69}" dt="2026-04-24T09:57:02.876" v="1535" actId="1076"/>
          <ac:picMkLst>
            <pc:docMk/>
            <pc:sldMk cId="2643106421" sldId="359"/>
            <ac:picMk id="9" creationId="{058D1CF9-182C-051D-C3FF-A2E83821A41B}"/>
          </ac:picMkLst>
        </pc:picChg>
      </pc:sldChg>
      <pc:sldChg chg="addSp delSp modSp add mod">
        <pc:chgData name="Manpreet Kour" userId="bfaba7c6dce74e44" providerId="LiveId" clId="{559AFACA-AB64-4853-937D-7BC48A11ED69}" dt="2026-04-24T10:36:36.702" v="1584" actId="478"/>
        <pc:sldMkLst>
          <pc:docMk/>
          <pc:sldMk cId="492211540" sldId="360"/>
        </pc:sldMkLst>
        <pc:picChg chg="add mod">
          <ac:chgData name="Manpreet Kour" userId="bfaba7c6dce74e44" providerId="LiveId" clId="{559AFACA-AB64-4853-937D-7BC48A11ED69}" dt="2026-04-24T10:36:16.219" v="1581" actId="1076"/>
          <ac:picMkLst>
            <pc:docMk/>
            <pc:sldMk cId="492211540" sldId="360"/>
            <ac:picMk id="3" creationId="{DA3AEA20-E8AD-F38E-204D-C5C544F41442}"/>
          </ac:picMkLst>
        </pc:picChg>
      </pc:sldChg>
      <pc:sldChg chg="addSp delSp modSp add mod">
        <pc:chgData name="Manpreet Kour" userId="bfaba7c6dce74e44" providerId="LiveId" clId="{559AFACA-AB64-4853-937D-7BC48A11ED69}" dt="2026-04-24T11:53:26.058" v="1619" actId="208"/>
        <pc:sldMkLst>
          <pc:docMk/>
          <pc:sldMk cId="606927105" sldId="361"/>
        </pc:sldMkLst>
        <pc:picChg chg="add mod">
          <ac:chgData name="Manpreet Kour" userId="bfaba7c6dce74e44" providerId="LiveId" clId="{559AFACA-AB64-4853-937D-7BC48A11ED69}" dt="2026-04-24T11:53:26.058" v="1619" actId="208"/>
          <ac:picMkLst>
            <pc:docMk/>
            <pc:sldMk cId="606927105" sldId="361"/>
            <ac:picMk id="6" creationId="{A99FABA7-4156-6C22-D4F5-86CEF68007AC}"/>
          </ac:picMkLst>
        </pc:picChg>
        <pc:picChg chg="add mod">
          <ac:chgData name="Manpreet Kour" userId="bfaba7c6dce74e44" providerId="LiveId" clId="{559AFACA-AB64-4853-937D-7BC48A11ED69}" dt="2026-04-24T10:54:48.368" v="1607" actId="14100"/>
          <ac:picMkLst>
            <pc:docMk/>
            <pc:sldMk cId="606927105" sldId="361"/>
            <ac:picMk id="8" creationId="{B57D7643-F4C7-1587-B6F7-BBF7A385E8FB}"/>
          </ac:picMkLst>
        </pc:picChg>
        <pc:picChg chg="add mod">
          <ac:chgData name="Manpreet Kour" userId="bfaba7c6dce74e44" providerId="LiveId" clId="{559AFACA-AB64-4853-937D-7BC48A11ED69}" dt="2026-04-24T10:56:03.808" v="1610" actId="14100"/>
          <ac:picMkLst>
            <pc:docMk/>
            <pc:sldMk cId="606927105" sldId="361"/>
            <ac:picMk id="10" creationId="{C4CA540A-58F3-9F36-D122-3ACC3E069343}"/>
          </ac:picMkLst>
        </pc:picChg>
        <pc:picChg chg="add mod">
          <ac:chgData name="Manpreet Kour" userId="bfaba7c6dce74e44" providerId="LiveId" clId="{559AFACA-AB64-4853-937D-7BC48A11ED69}" dt="2026-04-24T11:53:26.058" v="1619" actId="208"/>
          <ac:picMkLst>
            <pc:docMk/>
            <pc:sldMk cId="606927105" sldId="361"/>
            <ac:picMk id="14" creationId="{0F80128D-73BA-B509-13DF-7F0FEF05EF41}"/>
          </ac:picMkLst>
        </pc:picChg>
      </pc:sldChg>
      <pc:sldChg chg="addSp modSp add mod">
        <pc:chgData name="Manpreet Kour" userId="bfaba7c6dce74e44" providerId="LiveId" clId="{559AFACA-AB64-4853-937D-7BC48A11ED69}" dt="2026-04-25T22:12:23.491" v="1641" actId="1076"/>
        <pc:sldMkLst>
          <pc:docMk/>
          <pc:sldMk cId="1458742650" sldId="362"/>
        </pc:sldMkLst>
        <pc:picChg chg="add mod">
          <ac:chgData name="Manpreet Kour" userId="bfaba7c6dce74e44" providerId="LiveId" clId="{559AFACA-AB64-4853-937D-7BC48A11ED69}" dt="2026-04-25T22:11:14.434" v="1631" actId="14100"/>
          <ac:picMkLst>
            <pc:docMk/>
            <pc:sldMk cId="1458742650" sldId="362"/>
            <ac:picMk id="3" creationId="{650EEFF5-231A-719D-99DE-61141C805F07}"/>
          </ac:picMkLst>
        </pc:picChg>
        <pc:picChg chg="add mod">
          <ac:chgData name="Manpreet Kour" userId="bfaba7c6dce74e44" providerId="LiveId" clId="{559AFACA-AB64-4853-937D-7BC48A11ED69}" dt="2026-04-25T22:12:23.491" v="1641" actId="1076"/>
          <ac:picMkLst>
            <pc:docMk/>
            <pc:sldMk cId="1458742650" sldId="362"/>
            <ac:picMk id="5" creationId="{337FE73A-E1D4-4F8E-E485-707EC0C2A691}"/>
          </ac:picMkLst>
        </pc:picChg>
        <pc:picChg chg="add mod">
          <ac:chgData name="Manpreet Kour" userId="bfaba7c6dce74e44" providerId="LiveId" clId="{559AFACA-AB64-4853-937D-7BC48A11ED69}" dt="2026-04-25T22:12:16.975" v="1640" actId="1076"/>
          <ac:picMkLst>
            <pc:docMk/>
            <pc:sldMk cId="1458742650" sldId="362"/>
            <ac:picMk id="7" creationId="{DA720E7D-557B-CDF6-BF4A-DFB4C96BCEA4}"/>
          </ac:picMkLst>
        </pc:picChg>
      </pc:sldChg>
      <pc:sldChg chg="addSp modSp add mod ord">
        <pc:chgData name="Manpreet Kour" userId="bfaba7c6dce74e44" providerId="LiveId" clId="{559AFACA-AB64-4853-937D-7BC48A11ED69}" dt="2026-04-23T06:37:24.657" v="1399"/>
        <pc:sldMkLst>
          <pc:docMk/>
          <pc:sldMk cId="2675068243" sldId="363"/>
        </pc:sldMkLst>
        <pc:picChg chg="add mod">
          <ac:chgData name="Manpreet Kour" userId="bfaba7c6dce74e44" providerId="LiveId" clId="{559AFACA-AB64-4853-937D-7BC48A11ED69}" dt="2026-04-23T06:20:37.417" v="1393" actId="1076"/>
          <ac:picMkLst>
            <pc:docMk/>
            <pc:sldMk cId="2675068243" sldId="363"/>
            <ac:picMk id="3" creationId="{544A7253-239D-EB9E-AFA6-F054BEF93E28}"/>
          </ac:picMkLst>
        </pc:picChg>
        <pc:picChg chg="add mod">
          <ac:chgData name="Manpreet Kour" userId="bfaba7c6dce74e44" providerId="LiveId" clId="{559AFACA-AB64-4853-937D-7BC48A11ED69}" dt="2026-04-23T06:20:39.351" v="1394" actId="1076"/>
          <ac:picMkLst>
            <pc:docMk/>
            <pc:sldMk cId="2675068243" sldId="363"/>
            <ac:picMk id="5" creationId="{444360C2-7F1C-5C00-6242-3AA8E9C06A48}"/>
          </ac:picMkLst>
        </pc:picChg>
      </pc:sldChg>
      <pc:sldChg chg="modSp add mod modTransition">
        <pc:chgData name="Manpreet Kour" userId="bfaba7c6dce74e44" providerId="LiveId" clId="{559AFACA-AB64-4853-937D-7BC48A11ED69}" dt="2026-04-24T10:37:26.686" v="1597"/>
        <pc:sldMkLst>
          <pc:docMk/>
          <pc:sldMk cId="1584746972" sldId="364"/>
        </pc:sldMkLst>
        <pc:picChg chg="mod">
          <ac:chgData name="Manpreet Kour" userId="bfaba7c6dce74e44" providerId="LiveId" clId="{559AFACA-AB64-4853-937D-7BC48A11ED69}" dt="2026-04-24T10:36:42.589" v="1585" actId="14100"/>
          <ac:picMkLst>
            <pc:docMk/>
            <pc:sldMk cId="1584746972" sldId="364"/>
            <ac:picMk id="3" creationId="{1D71F4AC-54EB-051D-30E4-9A54AF581A49}"/>
          </ac:picMkLst>
        </pc:picChg>
        <pc:picChg chg="mod">
          <ac:chgData name="Manpreet Kour" userId="bfaba7c6dce74e44" providerId="LiveId" clId="{559AFACA-AB64-4853-937D-7BC48A11ED69}" dt="2026-04-24T10:37:00.288" v="1589" actId="14100"/>
          <ac:picMkLst>
            <pc:docMk/>
            <pc:sldMk cId="1584746972" sldId="364"/>
            <ac:picMk id="1026" creationId="{37256586-A9E4-A7BB-1CC7-8F2764B295B9}"/>
          </ac:picMkLst>
        </pc:picChg>
      </pc:sldChg>
      <pc:sldChg chg="addSp modSp new mod">
        <pc:chgData name="Manpreet Kour" userId="bfaba7c6dce74e44" providerId="LiveId" clId="{559AFACA-AB64-4853-937D-7BC48A11ED69}" dt="2026-04-25T11:55:06.456" v="1629" actId="1036"/>
        <pc:sldMkLst>
          <pc:docMk/>
          <pc:sldMk cId="4077548224" sldId="365"/>
        </pc:sldMkLst>
        <pc:picChg chg="add mod">
          <ac:chgData name="Manpreet Kour" userId="bfaba7c6dce74e44" providerId="LiveId" clId="{559AFACA-AB64-4853-937D-7BC48A11ED69}" dt="2026-04-25T11:41:48.042" v="1627" actId="14100"/>
          <ac:picMkLst>
            <pc:docMk/>
            <pc:sldMk cId="4077548224" sldId="365"/>
            <ac:picMk id="3" creationId="{EA4E3587-5849-D4B1-4871-31F8CA17F068}"/>
          </ac:picMkLst>
        </pc:picChg>
        <pc:picChg chg="add mod">
          <ac:chgData name="Manpreet Kour" userId="bfaba7c6dce74e44" providerId="LiveId" clId="{559AFACA-AB64-4853-937D-7BC48A11ED69}" dt="2026-04-25T11:55:06.456" v="1629" actId="1036"/>
          <ac:picMkLst>
            <pc:docMk/>
            <pc:sldMk cId="4077548224" sldId="365"/>
            <ac:picMk id="1026" creationId="{0D2DA0C1-CC3B-1D0A-E2B8-F83BB2FFFBC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95A6F-620D-43F0-86DE-C152A14E10F6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41F55-AB1F-48B2-94C6-9DAFC3FF29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166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41F55-AB1F-48B2-94C6-9DAFC3FF294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022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Day 12: </a:t>
            </a:r>
            <a:r>
              <a:rPr lang="en-US" dirty="0"/>
              <a:t>Quantification of T cells within the blood of mice from (a) on day 12 and 20 following </a:t>
            </a:r>
            <a:r>
              <a:rPr lang="en-US" dirty="0" err="1"/>
              <a:t>adop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transfer. n=10 mice/group.</a:t>
            </a:r>
          </a:p>
          <a:p>
            <a:r>
              <a:rPr lang="en-US" dirty="0"/>
              <a:t>Quantification of T cells within the blood of NSG mice inoculated with 106 NALM6-GL followed by adoptive transfer of 5 × 106 CAR T cells 3 d later. T cells were quantified on day 8 after adoptive transfer. n = 5 mice per group. (j) Exhaustion marker expression of CAR T cells from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FDB04-CD53-481D-831B-C52BBCCCAFE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17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First result is IL-2 levels determination by ELISA when CD8+ CAR T cells were co cultured with NALM6.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FDB04-CD53-481D-831B-C52BBCCCAFE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792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5219-BAF5-A1AA-A36C-D3570704D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1B3C4-739C-56A8-3D61-1D5E3365F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31FC0-31AD-DCCD-0234-97F948D15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CAR-T cell co cultured with NALM6 at high E:T ratio and </a:t>
            </a:r>
            <a:r>
              <a:rPr lang="en-IN" dirty="0" err="1"/>
              <a:t>scRNA-seq</a:t>
            </a:r>
            <a:r>
              <a:rPr lang="en-IN" dirty="0"/>
              <a:t> done followed by </a:t>
            </a:r>
            <a:r>
              <a:rPr lang="en-IN" dirty="0" err="1"/>
              <a:t>sc</a:t>
            </a:r>
            <a:r>
              <a:rPr lang="en-IN" dirty="0"/>
              <a:t>-GSVA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00CD1-B69A-5449-37B0-6677327CF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FDB04-CD53-481D-831B-C52BBCCCAFE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379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81100-B7E6-0955-DAB9-9BA8E389F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83A6E-CC46-4CC0-6AC7-C29127D82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EC889-9635-9ED3-CA4D-698E924BE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9B795-DC42-8503-0E12-610646D3B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FDB04-CD53-481D-831B-C52BBCCCAFE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20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742C-9282-D79B-A9DA-B0BAED531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7989E-EC9E-4B70-0625-5E35D2150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94654-6714-8B26-757A-933E758C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C51FB-2F60-0EF6-78C8-A6F6C23D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7B677-93B9-5A1D-36DD-E4413DF3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6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59B4-B484-4FF1-1C89-572EA7F47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A2D2B-EC60-4945-C52E-2AE40BF8D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241D1-3D6B-A88E-9F64-89DC124D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A985B-EA39-62E0-99CF-4AE6B815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34A9B-CC7B-A22E-CBEF-A2C2580A1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3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62C8-CEEF-FC4C-2689-2A018C2A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A5AAE-7935-0DE3-167A-AE2768B61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6734C-A3E1-FBFB-D858-89327EC1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9F3D-D827-9B65-5547-7FD97AEF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B58BA-D5BC-1440-EDBA-B3BB17FD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912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2956-FF6A-911F-257C-1C889A9F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6575A-1EB3-62FF-E6A2-F6F84DDCD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042CD-193F-1A2B-6F4E-27FF1165F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03182-B4CA-F2DD-8590-E6FBB751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2ACDD-53C4-8799-32BF-FD708FBD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E141D-280C-D349-9F13-097F4645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870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A4D9-C0E1-507A-F29E-9EBFFCF5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43D04-9480-38B8-608F-CE8BAA4FC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B89BA-C25A-D27E-B3D0-9F523FC32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9FEEA-7C40-06EF-3BAC-CB005AA6D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5FC0E3-A951-B0FA-56BC-CC2C720E1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40BEA-B977-3C81-C44B-04B2CBDE5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7766F-BB61-9370-BD90-D280C684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8E96F4-FBFC-37EE-055B-69647BCC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31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3CB8D-0001-F3AD-62D3-36096C404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4B08DB-F606-3C98-F7D7-21A8AF7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453CB9-F3AE-6565-8B12-5AC0C471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C0CA3-110D-F768-6A6A-A130F71A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339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58A30-D5E8-D7C0-D71D-4417801BF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7943D-63CF-FFD8-C16A-6F5BCAD1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0A97C-B6C9-B4E4-1962-1BDFC2744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57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6686-DCCC-4DD1-523E-7F0D7D40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C8013-7E81-5B8B-1E74-7751E883D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75F2F4-0AFB-980B-DBD9-D10560590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9EAE-9C12-D8A3-85B4-AA513AFB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BB86A-3D1F-F95A-755F-1D135471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D8C21-1F22-3CCB-ED93-AF40BAEB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210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D13DB-616E-3D67-C2E5-5CC76F327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6D497C-6DDF-62D0-5237-A564D4AD05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FD9B2-4A25-1B80-B04E-A4D124BBE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69994-2341-7316-2641-F21DDFF7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6B8C6-4285-8DE4-654E-9A2D2EE5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F892D-A063-D9C5-C638-A7D30E387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86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2D2A2-7624-5C10-091B-D41A81F8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51B1C-C9CC-2E38-B65D-6AC8FA997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70F4C-0727-E85D-2D6C-9C8DABDBD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CE966-D41D-A344-A6B1-1B1B2841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57B5F-9CB2-5EF6-AEFD-C8A659E3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3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8E6EDA-1315-FC56-81CC-D449B8EA8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D2051-0A02-9865-CF9A-FEBE37FCD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22C5D-1E76-A0E1-EBDA-B5AD6F22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F588A-FB08-DE96-54FD-62B6E103A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263EA-05A9-1DDB-DF66-82287D751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2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E1BC20-5242-3990-3422-B7667D53A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80BE3-F5D4-D66B-2E66-8351F18A3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F48CA-9C76-1F7E-9503-1DD11EDBB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A91BF-D25B-47DB-A7BB-2B3D9D6A2D25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F17D8-FDB0-DB61-D9BD-9CF48475D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2EDDC-5051-E63A-ED2C-D306E7389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06EAC-72B6-4F59-BB2B-531FE8C36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288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ncer.gov/research/progress/250-years-milestone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392-021-00823-w#Sec36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ciencedirect.com/science/article/pii/S2211124720302370?via%3Dihub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immunology/articles/10.3389/fimmu.2015.00441/ful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12276-026-01639-w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12276-026-01639-w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416-018-0325-1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.com/molecular-therapy-family/molecular-therapy/fulltext/S1525-0016%2817%2930263-0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immunology/articles/10.3389/fimmu.2022.925985/full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mc.ncbi.nlm.nih.gov/articles/PMC9618871/pdf/fimmu-13-1032403.pdf" TargetMode="Externa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11043D-DB35-FE28-4E63-0409E1EE0991}"/>
              </a:ext>
            </a:extLst>
          </p:cNvPr>
          <p:cNvSpPr txBox="1"/>
          <p:nvPr/>
        </p:nvSpPr>
        <p:spPr>
          <a:xfrm>
            <a:off x="3360173" y="4177013"/>
            <a:ext cx="2448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Principal Investigator:</a:t>
            </a:r>
          </a:p>
          <a:p>
            <a:r>
              <a:rPr lang="en-IN" dirty="0"/>
              <a:t>Dr. Kausik Chakraborty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CAD8E-CCAD-4BBC-53B1-850A039A6FB5}"/>
              </a:ext>
            </a:extLst>
          </p:cNvPr>
          <p:cNvSpPr txBox="1"/>
          <p:nvPr/>
        </p:nvSpPr>
        <p:spPr>
          <a:xfrm>
            <a:off x="6096000" y="4177012"/>
            <a:ext cx="403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Co-Principal Investigator:</a:t>
            </a:r>
          </a:p>
          <a:p>
            <a:r>
              <a:rPr lang="en-IN" dirty="0"/>
              <a:t>Dr. Ankesh Kumar Jaiswal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10501-D48D-9294-4544-8FEA652390F3}"/>
              </a:ext>
            </a:extLst>
          </p:cNvPr>
          <p:cNvSpPr txBox="1"/>
          <p:nvPr/>
        </p:nvSpPr>
        <p:spPr>
          <a:xfrm>
            <a:off x="331838" y="4177012"/>
            <a:ext cx="3028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Presented by</a:t>
            </a:r>
          </a:p>
          <a:p>
            <a:r>
              <a:rPr lang="en-IN" dirty="0">
                <a:latin typeface="+mj-lt"/>
              </a:rPr>
              <a:t>Manpreet Kour</a:t>
            </a:r>
          </a:p>
          <a:p>
            <a:r>
              <a:rPr lang="en-IN" dirty="0">
                <a:latin typeface="+mj-lt"/>
              </a:rPr>
              <a:t>PhD Scholar, CSIR-IGIB</a:t>
            </a:r>
          </a:p>
          <a:p>
            <a:r>
              <a:rPr lang="en-IN" b="1" dirty="0" err="1">
                <a:solidFill>
                  <a:schemeClr val="accent5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AcSIR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Reg. - 10BB25J02028</a:t>
            </a: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61D5E-28B0-9A4F-80C6-1E138AB0F4FD}"/>
              </a:ext>
            </a:extLst>
          </p:cNvPr>
          <p:cNvSpPr txBox="1"/>
          <p:nvPr/>
        </p:nvSpPr>
        <p:spPr>
          <a:xfrm>
            <a:off x="8708924" y="4177012"/>
            <a:ext cx="3028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DAC members:</a:t>
            </a:r>
          </a:p>
          <a:p>
            <a:pPr algn="r"/>
            <a:r>
              <a:rPr lang="en-IN" dirty="0"/>
              <a:t>Dr. Arpan </a:t>
            </a:r>
            <a:r>
              <a:rPr lang="en-IN" dirty="0" err="1"/>
              <a:t>Parichha</a:t>
            </a:r>
            <a:endParaRPr lang="en-IN" dirty="0"/>
          </a:p>
          <a:p>
            <a:pPr algn="r"/>
            <a:r>
              <a:rPr lang="en-IN" dirty="0"/>
              <a:t>Dr. Chetana </a:t>
            </a:r>
            <a:r>
              <a:rPr lang="en-IN" dirty="0" err="1"/>
              <a:t>Sachidanandan</a:t>
            </a:r>
            <a:endParaRPr lang="en-IN" dirty="0"/>
          </a:p>
          <a:p>
            <a:pPr algn="r"/>
            <a:r>
              <a:rPr lang="en-IN" dirty="0"/>
              <a:t>Dr. Sheetal </a:t>
            </a:r>
            <a:r>
              <a:rPr lang="en-IN" dirty="0" err="1"/>
              <a:t>Gandotra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06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12C17F-E993-B313-0F1B-10A5D1AB15D6}"/>
              </a:ext>
            </a:extLst>
          </p:cNvPr>
          <p:cNvSpPr/>
          <p:nvPr/>
        </p:nvSpPr>
        <p:spPr>
          <a:xfrm>
            <a:off x="-6471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Graphic 2" descr="Man with solid fill">
            <a:extLst>
              <a:ext uri="{FF2B5EF4-FFF2-40B4-BE49-F238E27FC236}">
                <a16:creationId xmlns:a16="http://schemas.microsoft.com/office/drawing/2014/main" id="{A18E7BC5-266E-A959-0870-7671C18BDB75}"/>
              </a:ext>
            </a:extLst>
          </p:cNvPr>
          <p:cNvPicPr>
            <a:picLocks noChangeAspect="1"/>
          </p:cNvPicPr>
          <p:nvPr/>
        </p:nvPicPr>
        <p:blipFill>
          <a:blip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9912" b="29414"/>
          <a:stretch>
            <a:fillRect/>
          </a:stretch>
        </p:blipFill>
        <p:spPr>
          <a:xfrm>
            <a:off x="-6471" y="1680624"/>
            <a:ext cx="3691110" cy="5201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A529AE-1A22-39D9-756D-BB511B59BF26}"/>
              </a:ext>
            </a:extLst>
          </p:cNvPr>
          <p:cNvSpPr txBox="1"/>
          <p:nvPr/>
        </p:nvSpPr>
        <p:spPr>
          <a:xfrm>
            <a:off x="1212422" y="1244193"/>
            <a:ext cx="93975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rPr lang="en-IN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Advancing CAR-T Cell Therapy 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Understanding </a:t>
            </a:r>
          </a:p>
          <a:p>
            <a:pPr algn="ctr">
              <a:defRPr sz="1800" b="1"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Kinetics of Ag-Ab Interaction Parameters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/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F8BB7670-8C8E-89F3-BCA7-F70E2FA7EFF5}"/>
              </a:ext>
            </a:extLst>
          </p:cNvPr>
          <p:cNvSpPr/>
          <p:nvPr/>
        </p:nvSpPr>
        <p:spPr>
          <a:xfrm rot="19816638">
            <a:off x="4071043" y="4679488"/>
            <a:ext cx="2239108" cy="2152859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7BC6A69-B38B-2667-A639-5502D5E51885}"/>
              </a:ext>
            </a:extLst>
          </p:cNvPr>
          <p:cNvSpPr/>
          <p:nvPr/>
        </p:nvSpPr>
        <p:spPr>
          <a:xfrm>
            <a:off x="-247750" y="484223"/>
            <a:ext cx="1297856" cy="109390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1E3F3E2E-9C06-544A-F3D0-C8E0BA6480D7}"/>
              </a:ext>
            </a:extLst>
          </p:cNvPr>
          <p:cNvSpPr/>
          <p:nvPr/>
        </p:nvSpPr>
        <p:spPr>
          <a:xfrm>
            <a:off x="11372953" y="2085885"/>
            <a:ext cx="364306" cy="363544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11C07ED-CDC2-2E3F-30E8-15FFB6341324}"/>
              </a:ext>
            </a:extLst>
          </p:cNvPr>
          <p:cNvSpPr/>
          <p:nvPr/>
        </p:nvSpPr>
        <p:spPr>
          <a:xfrm>
            <a:off x="8809979" y="5589020"/>
            <a:ext cx="839875" cy="941506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E207E59E-3F61-B963-AE1F-9F45B7FBE665}"/>
              </a:ext>
            </a:extLst>
          </p:cNvPr>
          <p:cNvSpPr/>
          <p:nvPr/>
        </p:nvSpPr>
        <p:spPr>
          <a:xfrm>
            <a:off x="887789" y="6059773"/>
            <a:ext cx="324633" cy="272882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12D6E6E1-9053-A517-9F0F-C9765937325F}"/>
              </a:ext>
            </a:extLst>
          </p:cNvPr>
          <p:cNvSpPr/>
          <p:nvPr/>
        </p:nvSpPr>
        <p:spPr>
          <a:xfrm>
            <a:off x="6096000" y="3056157"/>
            <a:ext cx="519219" cy="495097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B7CB4ADC-0818-C255-5344-C0DEDF084B78}"/>
              </a:ext>
            </a:extLst>
          </p:cNvPr>
          <p:cNvSpPr/>
          <p:nvPr/>
        </p:nvSpPr>
        <p:spPr>
          <a:xfrm>
            <a:off x="4239232" y="624636"/>
            <a:ext cx="794657" cy="813079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F5EE5747-EC66-DB0D-8778-41F346816395}"/>
              </a:ext>
            </a:extLst>
          </p:cNvPr>
          <p:cNvSpPr/>
          <p:nvPr/>
        </p:nvSpPr>
        <p:spPr>
          <a:xfrm>
            <a:off x="10381118" y="2625637"/>
            <a:ext cx="1873329" cy="1640393"/>
          </a:xfrm>
          <a:custGeom>
            <a:avLst/>
            <a:gdLst/>
            <a:ahLst/>
            <a:cxnLst/>
            <a:rect l="l" t="t" r="r" b="b"/>
            <a:pathLst>
              <a:path w="4318969" h="4114800">
                <a:moveTo>
                  <a:pt x="0" y="0"/>
                </a:moveTo>
                <a:lnTo>
                  <a:pt x="4318969" y="0"/>
                </a:lnTo>
                <a:lnTo>
                  <a:pt x="43189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B22FD60F-90D3-E6E5-1400-6760128080E3}"/>
              </a:ext>
            </a:extLst>
          </p:cNvPr>
          <p:cNvSpPr/>
          <p:nvPr/>
        </p:nvSpPr>
        <p:spPr>
          <a:xfrm>
            <a:off x="7230589" y="-397787"/>
            <a:ext cx="1148172" cy="1093906"/>
          </a:xfrm>
          <a:custGeom>
            <a:avLst/>
            <a:gdLst/>
            <a:ahLst/>
            <a:cxnLst/>
            <a:rect l="l" t="t" r="r" b="b"/>
            <a:pathLst>
              <a:path w="4318969" h="4114800">
                <a:moveTo>
                  <a:pt x="0" y="0"/>
                </a:moveTo>
                <a:lnTo>
                  <a:pt x="4318969" y="0"/>
                </a:lnTo>
                <a:lnTo>
                  <a:pt x="43189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588740BB-E926-F590-C49F-85B283FC0F94}"/>
              </a:ext>
            </a:extLst>
          </p:cNvPr>
          <p:cNvSpPr/>
          <p:nvPr/>
        </p:nvSpPr>
        <p:spPr>
          <a:xfrm>
            <a:off x="10690821" y="126373"/>
            <a:ext cx="324633" cy="272882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BCCC625E-0300-7F3B-DEAF-B16DD9F4E713}"/>
              </a:ext>
            </a:extLst>
          </p:cNvPr>
          <p:cNvSpPr/>
          <p:nvPr/>
        </p:nvSpPr>
        <p:spPr>
          <a:xfrm>
            <a:off x="8524435" y="1687176"/>
            <a:ext cx="364306" cy="363544"/>
          </a:xfrm>
          <a:custGeom>
            <a:avLst/>
            <a:gdLst/>
            <a:ahLst/>
            <a:cxnLst/>
            <a:rect l="l" t="t" r="r" b="b"/>
            <a:pathLst>
              <a:path w="3744457" h="3749144">
                <a:moveTo>
                  <a:pt x="0" y="0"/>
                </a:moveTo>
                <a:lnTo>
                  <a:pt x="3744457" y="0"/>
                </a:lnTo>
                <a:lnTo>
                  <a:pt x="3744457" y="3749144"/>
                </a:lnTo>
                <a:lnTo>
                  <a:pt x="0" y="374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42D9A5-8B45-1D94-B3BB-8989D4271590}"/>
              </a:ext>
            </a:extLst>
          </p:cNvPr>
          <p:cNvSpPr txBox="1"/>
          <p:nvPr/>
        </p:nvSpPr>
        <p:spPr>
          <a:xfrm>
            <a:off x="4783067" y="4152751"/>
            <a:ext cx="2612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Principal Investigator:</a:t>
            </a:r>
          </a:p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Dr. Kausik Chakraborty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14FF92-7F75-8045-B3B6-4954246CD578}"/>
              </a:ext>
            </a:extLst>
          </p:cNvPr>
          <p:cNvSpPr txBox="1"/>
          <p:nvPr/>
        </p:nvSpPr>
        <p:spPr>
          <a:xfrm>
            <a:off x="4704919" y="4924912"/>
            <a:ext cx="403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Co-Principal Investigator:</a:t>
            </a:r>
          </a:p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Dr. Ankesh Kumar Jaiswal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2AACA4-C9A0-7BCC-5557-4E0A55EDD95A}"/>
              </a:ext>
            </a:extLst>
          </p:cNvPr>
          <p:cNvSpPr txBox="1"/>
          <p:nvPr/>
        </p:nvSpPr>
        <p:spPr>
          <a:xfrm>
            <a:off x="331838" y="4177012"/>
            <a:ext cx="30283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accent5">
                    <a:lumMod val="50000"/>
                  </a:schemeClr>
                </a:solidFill>
                <a:latin typeface="+mj-lt"/>
              </a:rPr>
              <a:t>Presented by:</a:t>
            </a:r>
            <a:endParaRPr lang="en-IN" b="1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Manpreet Kour</a:t>
            </a:r>
          </a:p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PhD Scholar, CSIR-IGIB</a:t>
            </a:r>
          </a:p>
          <a:p>
            <a:r>
              <a:rPr lang="en-IN" b="1" dirty="0" err="1">
                <a:solidFill>
                  <a:schemeClr val="accent5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AcSIR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 Reg. - 10BB25J02028</a:t>
            </a:r>
          </a:p>
          <a:p>
            <a:endParaRPr lang="en-IN" b="1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  <a:p>
            <a:endParaRPr lang="en-IN" b="1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5282B7-FAC3-E9DE-A624-A3F198D3E20B}"/>
              </a:ext>
            </a:extLst>
          </p:cNvPr>
          <p:cNvSpPr txBox="1"/>
          <p:nvPr/>
        </p:nvSpPr>
        <p:spPr>
          <a:xfrm>
            <a:off x="8708924" y="4177012"/>
            <a:ext cx="3028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DAC members:</a:t>
            </a:r>
          </a:p>
          <a:p>
            <a:pPr algn="r"/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Dr. Arpan </a:t>
            </a:r>
            <a:r>
              <a:rPr lang="en-IN" b="1" dirty="0" err="1">
                <a:solidFill>
                  <a:schemeClr val="accent5">
                    <a:lumMod val="50000"/>
                  </a:schemeClr>
                </a:solidFill>
              </a:rPr>
              <a:t>Parichha</a:t>
            </a: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  <a:p>
            <a:pPr algn="r"/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Dr. Chetana </a:t>
            </a:r>
            <a:r>
              <a:rPr lang="en-IN" b="1" dirty="0" err="1">
                <a:solidFill>
                  <a:schemeClr val="accent5">
                    <a:lumMod val="50000"/>
                  </a:schemeClr>
                </a:solidFill>
              </a:rPr>
              <a:t>Sachidanandan</a:t>
            </a: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  <a:p>
            <a:pPr algn="r"/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Dr. Sheetal </a:t>
            </a:r>
            <a:r>
              <a:rPr lang="en-IN" b="1" dirty="0" err="1">
                <a:solidFill>
                  <a:schemeClr val="accent5">
                    <a:lumMod val="50000"/>
                  </a:schemeClr>
                </a:solidFill>
              </a:rPr>
              <a:t>Gandotra</a:t>
            </a: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5AEA83-31B6-A5D6-6055-351C9B13BCBC}"/>
              </a:ext>
            </a:extLst>
          </p:cNvPr>
          <p:cNvSpPr txBox="1"/>
          <p:nvPr/>
        </p:nvSpPr>
        <p:spPr>
          <a:xfrm>
            <a:off x="4837614" y="2726622"/>
            <a:ext cx="2612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5">
                    <a:lumMod val="50000"/>
                  </a:schemeClr>
                </a:solidFill>
              </a:rPr>
              <a:t>First DAC meeting</a:t>
            </a:r>
          </a:p>
        </p:txBody>
      </p:sp>
    </p:spTree>
    <p:extLst>
      <p:ext uri="{BB962C8B-B14F-4D97-AF65-F5344CB8AC3E}">
        <p14:creationId xmlns:p14="http://schemas.microsoft.com/office/powerpoint/2010/main" val="379828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C72A5-E5D8-59AC-51CE-04A140AF56A8}"/>
              </a:ext>
            </a:extLst>
          </p:cNvPr>
          <p:cNvSpPr txBox="1">
            <a:spLocks/>
          </p:cNvSpPr>
          <p:nvPr/>
        </p:nvSpPr>
        <p:spPr>
          <a:xfrm>
            <a:off x="1155290" y="230947"/>
            <a:ext cx="988142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DC23C-94CE-705E-21F1-00403E1EC9A3}"/>
              </a:ext>
            </a:extLst>
          </p:cNvPr>
          <p:cNvSpPr txBox="1"/>
          <p:nvPr/>
        </p:nvSpPr>
        <p:spPr>
          <a:xfrm>
            <a:off x="476450" y="5836153"/>
            <a:ext cx="11582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Challenges – </a:t>
            </a:r>
            <a:r>
              <a:rPr lang="en-IN" sz="2000" b="1" dirty="0" err="1"/>
              <a:t>Tumor</a:t>
            </a:r>
            <a:r>
              <a:rPr lang="en-IN" sz="2000" b="1" dirty="0"/>
              <a:t> relapse, </a:t>
            </a:r>
            <a:r>
              <a:rPr lang="en-IN" sz="2000" b="1" dirty="0" err="1"/>
              <a:t>Tumor</a:t>
            </a:r>
            <a:r>
              <a:rPr lang="en-IN" sz="2000" b="1" dirty="0"/>
              <a:t> Microenvironment (TME) immunosuppression, lack of precision etc.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361AC4-E0F6-14B7-619A-C82B7A06DFAD}"/>
              </a:ext>
            </a:extLst>
          </p:cNvPr>
          <p:cNvCxnSpPr>
            <a:cxnSpLocks/>
          </p:cNvCxnSpPr>
          <p:nvPr/>
        </p:nvCxnSpPr>
        <p:spPr>
          <a:xfrm flipV="1">
            <a:off x="866319" y="3702535"/>
            <a:ext cx="10802664" cy="4773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38E765-C87C-D424-5CDD-4EEA22FC890A}"/>
              </a:ext>
            </a:extLst>
          </p:cNvPr>
          <p:cNvGrpSpPr/>
          <p:nvPr/>
        </p:nvGrpSpPr>
        <p:grpSpPr>
          <a:xfrm>
            <a:off x="916557" y="2770478"/>
            <a:ext cx="523220" cy="1889607"/>
            <a:chOff x="11728829" y="4359921"/>
            <a:chExt cx="523220" cy="18896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CC25A0-6B67-2F9E-68F5-AA9BF56ECDC9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-----</a:t>
              </a:r>
            </a:p>
          </p:txBody>
        </p: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FB05D62C-4AE5-E082-A129-C8B9379648BE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4F67D8-5B9F-CC70-881C-3430BC4103B8}"/>
              </a:ext>
            </a:extLst>
          </p:cNvPr>
          <p:cNvGrpSpPr/>
          <p:nvPr/>
        </p:nvGrpSpPr>
        <p:grpSpPr>
          <a:xfrm rot="10800000">
            <a:off x="7888933" y="2722749"/>
            <a:ext cx="523220" cy="1889607"/>
            <a:chOff x="11728829" y="4359921"/>
            <a:chExt cx="523220" cy="188960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DCA46A-46BB-5394-5F26-2CD29CD006A0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-----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BFA56B90-9D01-025D-01C6-99D8B1D363CE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58F4DFA-6B42-26DE-C754-41BE23853456}"/>
              </a:ext>
            </a:extLst>
          </p:cNvPr>
          <p:cNvGrpSpPr/>
          <p:nvPr/>
        </p:nvGrpSpPr>
        <p:grpSpPr>
          <a:xfrm>
            <a:off x="10223991" y="2750911"/>
            <a:ext cx="523220" cy="1889607"/>
            <a:chOff x="11728829" y="4359921"/>
            <a:chExt cx="523220" cy="188960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E97B5FD-AC29-2A68-6F6E-057D67384ACA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-----</a:t>
              </a:r>
            </a:p>
          </p:txBody>
        </p:sp>
        <p:sp>
          <p:nvSpPr>
            <p:cNvPr id="24" name="Flowchart: Connector 23">
              <a:extLst>
                <a:ext uri="{FF2B5EF4-FFF2-40B4-BE49-F238E27FC236}">
                  <a16:creationId xmlns:a16="http://schemas.microsoft.com/office/drawing/2014/main" id="{AC50264C-D8D3-0002-F684-594048C4C0E8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4E64801-2F01-6D28-7500-83429367F578}"/>
              </a:ext>
            </a:extLst>
          </p:cNvPr>
          <p:cNvGrpSpPr/>
          <p:nvPr/>
        </p:nvGrpSpPr>
        <p:grpSpPr>
          <a:xfrm>
            <a:off x="4590132" y="2748688"/>
            <a:ext cx="523220" cy="1889607"/>
            <a:chOff x="11728829" y="4359921"/>
            <a:chExt cx="523220" cy="188960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DB6850E-2BE6-CCCD-61C6-F7990B2595E3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-----</a:t>
              </a:r>
            </a:p>
          </p:txBody>
        </p:sp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9D88CCC2-05B3-E367-B0E3-E3FD4A49600F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E820466-8EFB-494C-0FD9-1C0C5B11135B}"/>
              </a:ext>
            </a:extLst>
          </p:cNvPr>
          <p:cNvSpPr txBox="1"/>
          <p:nvPr/>
        </p:nvSpPr>
        <p:spPr>
          <a:xfrm>
            <a:off x="3830846" y="1995593"/>
            <a:ext cx="1767077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1976 - BCG immunotherapy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2F8E00-A7F0-4FA3-CE0C-26F3C4F78C6A}"/>
              </a:ext>
            </a:extLst>
          </p:cNvPr>
          <p:cNvSpPr txBox="1"/>
          <p:nvPr/>
        </p:nvSpPr>
        <p:spPr>
          <a:xfrm>
            <a:off x="4029146" y="4716445"/>
            <a:ext cx="2291175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1986 – FDA approved Interferon therapy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310B9A-50D9-0769-523A-3A309EFA7DD2}"/>
              </a:ext>
            </a:extLst>
          </p:cNvPr>
          <p:cNvSpPr txBox="1"/>
          <p:nvPr/>
        </p:nvSpPr>
        <p:spPr>
          <a:xfrm>
            <a:off x="7760006" y="4671124"/>
            <a:ext cx="2788157" cy="9233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2015-2018 -Immune checkpoint therapies (PD-1, PDL-1)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25ABD8-92BB-BC79-8508-D07FE8E5D92A}"/>
              </a:ext>
            </a:extLst>
          </p:cNvPr>
          <p:cNvSpPr txBox="1"/>
          <p:nvPr/>
        </p:nvSpPr>
        <p:spPr>
          <a:xfrm>
            <a:off x="9285934" y="1538252"/>
            <a:ext cx="2291174" cy="9233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2017 – First FDA approved CAR-T cell therapy - </a:t>
            </a:r>
            <a:r>
              <a:rPr lang="en-IN" b="1" dirty="0" err="1"/>
              <a:t>Kymirah</a:t>
            </a:r>
            <a:endParaRPr lang="en-IN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F6493A-EF56-95B2-8326-A71A466ABD75}"/>
              </a:ext>
            </a:extLst>
          </p:cNvPr>
          <p:cNvSpPr txBox="1"/>
          <p:nvPr/>
        </p:nvSpPr>
        <p:spPr>
          <a:xfrm>
            <a:off x="733673" y="1995593"/>
            <a:ext cx="2842663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1890 – 1950s – Surgery, Radiation  &amp; Chemotherapy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7CB52-B30C-D19A-5564-90C08828C182}"/>
              </a:ext>
            </a:extLst>
          </p:cNvPr>
          <p:cNvSpPr txBox="1"/>
          <p:nvPr/>
        </p:nvSpPr>
        <p:spPr>
          <a:xfrm>
            <a:off x="9102673" y="1414571"/>
            <a:ext cx="2673237" cy="1200329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glow rad="50800">
              <a:srgbClr val="7030A0">
                <a:alpha val="6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980F6A5-8DFF-422D-8A23-9EB834CB633C}"/>
              </a:ext>
            </a:extLst>
          </p:cNvPr>
          <p:cNvGrpSpPr/>
          <p:nvPr/>
        </p:nvGrpSpPr>
        <p:grpSpPr>
          <a:xfrm rot="10800000">
            <a:off x="2255074" y="2730813"/>
            <a:ext cx="523220" cy="1889607"/>
            <a:chOff x="11728829" y="4359921"/>
            <a:chExt cx="523220" cy="188960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33969F-9FDC-52AB-5FF0-2AD58618DE46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-----</a:t>
              </a:r>
            </a:p>
          </p:txBody>
        </p:sp>
        <p:sp>
          <p:nvSpPr>
            <p:cNvPr id="36" name="Flowchart: Connector 35">
              <a:extLst>
                <a:ext uri="{FF2B5EF4-FFF2-40B4-BE49-F238E27FC236}">
                  <a16:creationId xmlns:a16="http://schemas.microsoft.com/office/drawing/2014/main" id="{2DFF8F44-82F4-F24E-E487-D7A70A3816E1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03775A5-D34D-D9F9-AD8E-BECF2A4AEA55}"/>
              </a:ext>
            </a:extLst>
          </p:cNvPr>
          <p:cNvSpPr txBox="1"/>
          <p:nvPr/>
        </p:nvSpPr>
        <p:spPr>
          <a:xfrm>
            <a:off x="1587894" y="4655998"/>
            <a:ext cx="1965738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1940s – Hormonal therapy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933CBDA-6F36-CCE8-B439-6B37F7FE6311}"/>
              </a:ext>
            </a:extLst>
          </p:cNvPr>
          <p:cNvCxnSpPr/>
          <p:nvPr/>
        </p:nvCxnSpPr>
        <p:spPr>
          <a:xfrm>
            <a:off x="11323183" y="3702535"/>
            <a:ext cx="523393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1B58896-213C-C798-9A0C-AD333A896825}"/>
              </a:ext>
            </a:extLst>
          </p:cNvPr>
          <p:cNvGrpSpPr/>
          <p:nvPr/>
        </p:nvGrpSpPr>
        <p:grpSpPr>
          <a:xfrm>
            <a:off x="2719595" y="2748688"/>
            <a:ext cx="523220" cy="1889607"/>
            <a:chOff x="11728829" y="4359921"/>
            <a:chExt cx="523220" cy="188960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7DA6A39-F667-58C6-AC8D-ACA29CBF6411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-----</a:t>
              </a:r>
            </a:p>
          </p:txBody>
        </p:sp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817D8A0F-FDF4-32BE-4566-840C7C84F4AC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6D886C3-1FE1-BA76-D664-02BB5BC4D2D3}"/>
              </a:ext>
            </a:extLst>
          </p:cNvPr>
          <p:cNvGrpSpPr/>
          <p:nvPr/>
        </p:nvGrpSpPr>
        <p:grpSpPr>
          <a:xfrm rot="10800000">
            <a:off x="9732987" y="2730812"/>
            <a:ext cx="523220" cy="1889607"/>
            <a:chOff x="11728829" y="4359921"/>
            <a:chExt cx="523220" cy="1889607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8A6B2A2-AB5C-495A-152E-A89FB3AF0973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-----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F6F3CEFF-78F5-47DB-FA23-9579E50079FB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34C0B1B-461F-EA5F-726F-44CD2051F9FC}"/>
              </a:ext>
            </a:extLst>
          </p:cNvPr>
          <p:cNvGrpSpPr/>
          <p:nvPr/>
        </p:nvGrpSpPr>
        <p:grpSpPr>
          <a:xfrm rot="10800000">
            <a:off x="4859045" y="2734436"/>
            <a:ext cx="523220" cy="1889607"/>
            <a:chOff x="11728829" y="4359921"/>
            <a:chExt cx="523220" cy="188960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F2EEB3C-1F11-881E-691C-D575760C03F4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-----</a:t>
              </a: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EAFDA425-6CD4-AD53-3676-CF7731FE51B9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D5B8D7A-67EB-2B59-A5D4-2231B939B08C}"/>
              </a:ext>
            </a:extLst>
          </p:cNvPr>
          <p:cNvSpPr txBox="1"/>
          <p:nvPr/>
        </p:nvSpPr>
        <p:spPr>
          <a:xfrm>
            <a:off x="6146242" y="1995593"/>
            <a:ext cx="2788157" cy="64633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1997-2017 –Antibodies &amp; Inhibitors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189FBD7-47FA-05B0-4011-66A8D8325613}"/>
              </a:ext>
            </a:extLst>
          </p:cNvPr>
          <p:cNvGrpSpPr/>
          <p:nvPr/>
        </p:nvGrpSpPr>
        <p:grpSpPr>
          <a:xfrm>
            <a:off x="6440721" y="2748688"/>
            <a:ext cx="523220" cy="1889607"/>
            <a:chOff x="11728829" y="4359921"/>
            <a:chExt cx="523220" cy="1889607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85E0A20-ED92-184F-300E-C4996C8379CF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-----</a:t>
              </a:r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06353FEA-CB05-C889-1E24-2FEA55B9150D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F597D68-E495-0FA0-1899-3A7E9EE17C8D}"/>
              </a:ext>
            </a:extLst>
          </p:cNvPr>
          <p:cNvGrpSpPr/>
          <p:nvPr/>
        </p:nvGrpSpPr>
        <p:grpSpPr>
          <a:xfrm>
            <a:off x="8268747" y="2742513"/>
            <a:ext cx="523220" cy="1889607"/>
            <a:chOff x="11728829" y="4359921"/>
            <a:chExt cx="523220" cy="1889607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B14558E-D496-2463-0D5D-7C272129C493}"/>
                </a:ext>
              </a:extLst>
            </p:cNvPr>
            <p:cNvSpPr txBox="1"/>
            <p:nvPr/>
          </p:nvSpPr>
          <p:spPr>
            <a:xfrm rot="5400000">
              <a:off x="11120284" y="5117763"/>
              <a:ext cx="17403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-----</a:t>
              </a:r>
            </a:p>
          </p:txBody>
        </p:sp>
        <p:sp>
          <p:nvSpPr>
            <p:cNvPr id="59" name="Flowchart: Connector 58">
              <a:extLst>
                <a:ext uri="{FF2B5EF4-FFF2-40B4-BE49-F238E27FC236}">
                  <a16:creationId xmlns:a16="http://schemas.microsoft.com/office/drawing/2014/main" id="{23662D75-1AE9-5758-0B43-D24121FDB8DB}"/>
                </a:ext>
              </a:extLst>
            </p:cNvPr>
            <p:cNvSpPr/>
            <p:nvPr/>
          </p:nvSpPr>
          <p:spPr>
            <a:xfrm>
              <a:off x="11865603" y="4359921"/>
              <a:ext cx="141513" cy="149297"/>
            </a:xfrm>
            <a:prstGeom prst="flowChartConnector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747F7C0-E513-2A9C-9B59-8A41797F1472}"/>
              </a:ext>
            </a:extLst>
          </p:cNvPr>
          <p:cNvSpPr txBox="1"/>
          <p:nvPr/>
        </p:nvSpPr>
        <p:spPr>
          <a:xfrm rot="10800000">
            <a:off x="7831903" y="3354718"/>
            <a:ext cx="2660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7030A0"/>
                </a:solidFill>
              </a:rPr>
              <a:t>----------------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4C1BF8-8C02-56C0-CF78-2F03C9AE32CB}"/>
              </a:ext>
            </a:extLst>
          </p:cNvPr>
          <p:cNvSpPr txBox="1"/>
          <p:nvPr/>
        </p:nvSpPr>
        <p:spPr>
          <a:xfrm>
            <a:off x="7740198" y="6421960"/>
            <a:ext cx="5140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hlinkClick r:id="rId2"/>
              </a:rPr>
              <a:t>Milestones in Cancer Research and Discovery, </a:t>
            </a:r>
            <a:r>
              <a:rPr lang="en-US" sz="1600" dirty="0">
                <a:hlinkClick r:id="rId2"/>
              </a:rPr>
              <a:t>NCI</a:t>
            </a:r>
            <a:r>
              <a:rPr lang="en-US" sz="1600" i="1" dirty="0">
                <a:hlinkClick r:id="rId2"/>
              </a:rPr>
              <a:t> </a:t>
            </a:r>
            <a:endParaRPr lang="en-IN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C4BFB9-8621-7D2F-73E7-F7E1AA99BC2E}"/>
              </a:ext>
            </a:extLst>
          </p:cNvPr>
          <p:cNvSpPr/>
          <p:nvPr/>
        </p:nvSpPr>
        <p:spPr>
          <a:xfrm>
            <a:off x="956268" y="448391"/>
            <a:ext cx="10279464" cy="486592"/>
          </a:xfrm>
          <a:prstGeom prst="roundRect">
            <a:avLst/>
          </a:prstGeom>
          <a:solidFill>
            <a:srgbClr val="DACD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Cancer Therapeutics</a:t>
            </a:r>
          </a:p>
        </p:txBody>
      </p:sp>
    </p:spTree>
    <p:extLst>
      <p:ext uri="{BB962C8B-B14F-4D97-AF65-F5344CB8AC3E}">
        <p14:creationId xmlns:p14="http://schemas.microsoft.com/office/powerpoint/2010/main" val="79880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638EB-A94B-A0D2-B368-1C55D8745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" y="1668079"/>
            <a:ext cx="6395490" cy="35218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B04620-1E56-2A5F-5803-8E75809AD5FA}"/>
              </a:ext>
            </a:extLst>
          </p:cNvPr>
          <p:cNvSpPr txBox="1"/>
          <p:nvPr/>
        </p:nvSpPr>
        <p:spPr>
          <a:xfrm>
            <a:off x="0" y="6390968"/>
            <a:ext cx="58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Shah et al., (2021). </a:t>
            </a:r>
            <a:r>
              <a:rPr lang="en-IN" i="1" dirty="0">
                <a:hlinkClick r:id="rId3"/>
              </a:rPr>
              <a:t>Signal Transduction &amp; Targeted Therapy </a:t>
            </a:r>
            <a:endParaRPr lang="en-IN" i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36B417-933C-615B-B7D0-A834FD7B4781}"/>
              </a:ext>
            </a:extLst>
          </p:cNvPr>
          <p:cNvSpPr/>
          <p:nvPr/>
        </p:nvSpPr>
        <p:spPr>
          <a:xfrm>
            <a:off x="956268" y="467031"/>
            <a:ext cx="10279464" cy="56323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cell Receptor Complex 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FE7DBC-2211-2BAE-19AD-08B4FF4E7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123" y="1570038"/>
            <a:ext cx="4123474" cy="411732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46C2A6-A2BB-48FE-89A6-36348BFC4C55}"/>
              </a:ext>
            </a:extLst>
          </p:cNvPr>
          <p:cNvSpPr txBox="1"/>
          <p:nvPr/>
        </p:nvSpPr>
        <p:spPr>
          <a:xfrm>
            <a:off x="9274628" y="6421746"/>
            <a:ext cx="3145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5"/>
              </a:rPr>
              <a:t>Ghosh et al., (2020). </a:t>
            </a:r>
            <a:r>
              <a:rPr lang="en-IN" sz="1600" i="1" dirty="0">
                <a:hlinkClick r:id="rId5"/>
              </a:rPr>
              <a:t>Cell Reports</a:t>
            </a:r>
            <a:endParaRPr lang="en-IN" sz="16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DD0706-0E1B-FCF7-F486-77434B5076C6}"/>
              </a:ext>
            </a:extLst>
          </p:cNvPr>
          <p:cNvSpPr txBox="1"/>
          <p:nvPr/>
        </p:nvSpPr>
        <p:spPr>
          <a:xfrm>
            <a:off x="7251209" y="5654446"/>
            <a:ext cx="3406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+mj-lt"/>
              </a:rPr>
              <a:t>ERM - Ezrin</a:t>
            </a:r>
            <a:r>
              <a:rPr lang="en-IN" b="0" i="0" dirty="0">
                <a:solidFill>
                  <a:srgbClr val="0A0A0A"/>
                </a:solidFill>
                <a:effectLst/>
                <a:latin typeface="+mj-lt"/>
              </a:rPr>
              <a:t>, Radixin, </a:t>
            </a:r>
            <a:r>
              <a:rPr lang="en-IN" b="0" i="0" dirty="0" err="1">
                <a:solidFill>
                  <a:srgbClr val="0A0A0A"/>
                </a:solidFill>
                <a:effectLst/>
                <a:latin typeface="+mj-lt"/>
              </a:rPr>
              <a:t>Moesin</a:t>
            </a:r>
            <a:endParaRPr lang="en-IN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040D33-1823-11DD-A2FD-6DF9EAA9984B}"/>
              </a:ext>
            </a:extLst>
          </p:cNvPr>
          <p:cNvSpPr txBox="1"/>
          <p:nvPr/>
        </p:nvSpPr>
        <p:spPr>
          <a:xfrm>
            <a:off x="457487" y="5189920"/>
            <a:ext cx="586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ITAM – Immunoreceptor Tyrosine-based Activation Motif </a:t>
            </a:r>
          </a:p>
        </p:txBody>
      </p:sp>
    </p:spTree>
    <p:extLst>
      <p:ext uri="{BB962C8B-B14F-4D97-AF65-F5344CB8AC3E}">
        <p14:creationId xmlns:p14="http://schemas.microsoft.com/office/powerpoint/2010/main" val="33528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F694-2EB4-F308-9FD4-D5C63B68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08FC23-C8A4-9152-C8FF-B1446FD47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47" y="1526320"/>
            <a:ext cx="8585425" cy="380535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D864E2-1608-8EB6-6087-E790CA697F19}"/>
              </a:ext>
            </a:extLst>
          </p:cNvPr>
          <p:cNvSpPr/>
          <p:nvPr/>
        </p:nvSpPr>
        <p:spPr>
          <a:xfrm>
            <a:off x="956268" y="46703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Initiated TCR Signaling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13E90-9DB1-D828-220E-A4194E0D43FE}"/>
              </a:ext>
            </a:extLst>
          </p:cNvPr>
          <p:cNvSpPr txBox="1"/>
          <p:nvPr/>
        </p:nvSpPr>
        <p:spPr>
          <a:xfrm>
            <a:off x="8190272" y="6519446"/>
            <a:ext cx="4432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Brazin, et al. (2015). </a:t>
            </a:r>
            <a:r>
              <a:rPr lang="en-IN" sz="1600" i="1" dirty="0">
                <a:hlinkClick r:id="rId3"/>
              </a:rPr>
              <a:t>Frontiers in Immunology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3121656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289B-DF30-B9E4-E31B-AEE15E2E0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4459A-5013-FAA8-E47F-7C41D69BD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033" y="207979"/>
            <a:ext cx="7370432" cy="61289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D2AC74-0B45-BC3F-B98A-2B26E4157A81}"/>
              </a:ext>
            </a:extLst>
          </p:cNvPr>
          <p:cNvSpPr txBox="1"/>
          <p:nvPr/>
        </p:nvSpPr>
        <p:spPr>
          <a:xfrm>
            <a:off x="0" y="6471134"/>
            <a:ext cx="588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Travaglino et al. (2026). </a:t>
            </a:r>
            <a:r>
              <a:rPr lang="en-IN" sz="1600" i="1" dirty="0">
                <a:hlinkClick r:id="rId3"/>
              </a:rPr>
              <a:t>Experimental and Molecular Medicine</a:t>
            </a:r>
            <a:endParaRPr lang="en-IN" sz="1600" i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2CB901-0593-8978-43B4-10FB7B9240F1}"/>
              </a:ext>
            </a:extLst>
          </p:cNvPr>
          <p:cNvSpPr/>
          <p:nvPr/>
        </p:nvSpPr>
        <p:spPr>
          <a:xfrm>
            <a:off x="406886" y="491612"/>
            <a:ext cx="3997966" cy="9635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 of Immunological Synapse 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C9C393-5632-3395-DB15-8DAD6052A3B8}"/>
              </a:ext>
            </a:extLst>
          </p:cNvPr>
          <p:cNvSpPr txBox="1"/>
          <p:nvPr/>
        </p:nvSpPr>
        <p:spPr>
          <a:xfrm>
            <a:off x="406886" y="1797402"/>
            <a:ext cx="4332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SMAC – Supramolecular Activation Cluster </a:t>
            </a:r>
          </a:p>
        </p:txBody>
      </p:sp>
    </p:spTree>
    <p:extLst>
      <p:ext uri="{BB962C8B-B14F-4D97-AF65-F5344CB8AC3E}">
        <p14:creationId xmlns:p14="http://schemas.microsoft.com/office/powerpoint/2010/main" val="757140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9FB5E-8819-D720-E5B8-4DD0C6EE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3B7085-5073-3245-5991-00C283C7A8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22"/>
          <a:stretch>
            <a:fillRect/>
          </a:stretch>
        </p:blipFill>
        <p:spPr>
          <a:xfrm>
            <a:off x="3930580" y="235974"/>
            <a:ext cx="8015613" cy="6235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899608-063B-829A-E51A-B63D2871998F}"/>
              </a:ext>
            </a:extLst>
          </p:cNvPr>
          <p:cNvSpPr txBox="1"/>
          <p:nvPr/>
        </p:nvSpPr>
        <p:spPr>
          <a:xfrm>
            <a:off x="0" y="6471134"/>
            <a:ext cx="588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Travaglino et al. (2026). </a:t>
            </a:r>
            <a:r>
              <a:rPr lang="en-IN" sz="1600" i="1" dirty="0">
                <a:hlinkClick r:id="rId3"/>
              </a:rPr>
              <a:t>Experimental and Molecular Medicine</a:t>
            </a:r>
            <a:endParaRPr lang="en-IN" sz="1600" i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A206D7-61D7-752E-5922-E23BDF81DB0F}"/>
              </a:ext>
            </a:extLst>
          </p:cNvPr>
          <p:cNvSpPr/>
          <p:nvPr/>
        </p:nvSpPr>
        <p:spPr>
          <a:xfrm>
            <a:off x="634289" y="599768"/>
            <a:ext cx="2730829" cy="6489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cell Signaling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483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847806-BD8E-DAD5-1B4D-CC76AB4C71AB}"/>
              </a:ext>
            </a:extLst>
          </p:cNvPr>
          <p:cNvSpPr/>
          <p:nvPr/>
        </p:nvSpPr>
        <p:spPr>
          <a:xfrm>
            <a:off x="956268" y="46703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of CAR-T cell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E34E8F-FC2F-208F-2637-4F5E11ADA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4" t="13907" r="7063" b="18997"/>
          <a:stretch>
            <a:fillRect/>
          </a:stretch>
        </p:blipFill>
        <p:spPr bwMode="auto">
          <a:xfrm>
            <a:off x="2566220" y="1553496"/>
            <a:ext cx="6666271" cy="424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F10E58-20B0-D79A-62B3-CF1E2FCB1F3F}"/>
              </a:ext>
            </a:extLst>
          </p:cNvPr>
          <p:cNvSpPr txBox="1"/>
          <p:nvPr/>
        </p:nvSpPr>
        <p:spPr>
          <a:xfrm>
            <a:off x="9104672" y="6519446"/>
            <a:ext cx="4041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Tariq et al., (2018). Springer Nature</a:t>
            </a:r>
          </a:p>
        </p:txBody>
      </p:sp>
    </p:spTree>
    <p:extLst>
      <p:ext uri="{BB962C8B-B14F-4D97-AF65-F5344CB8AC3E}">
        <p14:creationId xmlns:p14="http://schemas.microsoft.com/office/powerpoint/2010/main" val="2078287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A300-86BC-4B82-DA8F-71FC0999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081A73-075D-FE57-5277-CFD5BB643BA2}"/>
              </a:ext>
            </a:extLst>
          </p:cNvPr>
          <p:cNvSpPr/>
          <p:nvPr/>
        </p:nvSpPr>
        <p:spPr>
          <a:xfrm>
            <a:off x="956268" y="46703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of CAR-T cell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DBA705-FCCA-1EE4-CB30-F6D36A332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4" t="13907" r="7063" b="18997"/>
          <a:stretch>
            <a:fillRect/>
          </a:stretch>
        </p:blipFill>
        <p:spPr bwMode="auto">
          <a:xfrm>
            <a:off x="304953" y="1120877"/>
            <a:ext cx="1720645" cy="109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E65EDE-529D-EC1C-9036-AB116C6A4556}"/>
              </a:ext>
            </a:extLst>
          </p:cNvPr>
          <p:cNvSpPr txBox="1"/>
          <p:nvPr/>
        </p:nvSpPr>
        <p:spPr>
          <a:xfrm>
            <a:off x="7964130" y="6519446"/>
            <a:ext cx="5112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Tokarew et al., (2018). </a:t>
            </a:r>
            <a:r>
              <a:rPr lang="en-IN" sz="1600" i="1" dirty="0">
                <a:hlinkClick r:id="rId3"/>
              </a:rPr>
              <a:t>British Journal of Cancer</a:t>
            </a:r>
            <a:endParaRPr lang="en-IN" sz="1600" i="1" dirty="0"/>
          </a:p>
        </p:txBody>
      </p:sp>
      <p:pic>
        <p:nvPicPr>
          <p:cNvPr id="2050" name="Picture 2" descr="Fig. 1">
            <a:extLst>
              <a:ext uri="{FF2B5EF4-FFF2-40B4-BE49-F238E27FC236}">
                <a16:creationId xmlns:a16="http://schemas.microsoft.com/office/drawing/2014/main" id="{31F04CB1-7181-0DC8-5801-D94035010B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" t="43011"/>
          <a:stretch>
            <a:fillRect/>
          </a:stretch>
        </p:blipFill>
        <p:spPr bwMode="auto">
          <a:xfrm>
            <a:off x="2192593" y="1261317"/>
            <a:ext cx="8919427" cy="512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433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CA93D-D866-7F6A-3AC6-827428E7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12DE68BA-F046-B7D1-2D2F-B83FF478F1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2151" r="848" b="2939"/>
          <a:stretch>
            <a:fillRect/>
          </a:stretch>
        </p:blipFill>
        <p:spPr bwMode="auto">
          <a:xfrm>
            <a:off x="3740308" y="405581"/>
            <a:ext cx="8113631" cy="604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3E8E2D-A921-B6D0-99EA-6EF4F7876C9F}"/>
              </a:ext>
            </a:extLst>
          </p:cNvPr>
          <p:cNvSpPr/>
          <p:nvPr/>
        </p:nvSpPr>
        <p:spPr>
          <a:xfrm>
            <a:off x="338061" y="658760"/>
            <a:ext cx="3889810" cy="9635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a CAR-T Cell Signal?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6090C-F7A8-1282-B7F2-A1AD9F28409C}"/>
              </a:ext>
            </a:extLst>
          </p:cNvPr>
          <p:cNvSpPr txBox="1"/>
          <p:nvPr/>
        </p:nvSpPr>
        <p:spPr>
          <a:xfrm>
            <a:off x="8298427" y="6452418"/>
            <a:ext cx="4778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hlinkClick r:id="rId3"/>
              </a:rPr>
              <a:t>Mukherjee et al., (2017). </a:t>
            </a:r>
            <a:r>
              <a:rPr lang="en-IN" sz="1600" i="1" dirty="0">
                <a:hlinkClick r:id="rId3"/>
              </a:rPr>
              <a:t>Molecular Therapy.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47644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948DC-4B00-1A09-826E-6FA347A6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90519D3C-B461-812B-E616-F5A32A813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509" y="1196847"/>
            <a:ext cx="8461307" cy="486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D551C4-1B3F-84AB-3A8A-4A6DB72C07CD}"/>
              </a:ext>
            </a:extLst>
          </p:cNvPr>
          <p:cNvSpPr txBox="1"/>
          <p:nvPr/>
        </p:nvSpPr>
        <p:spPr>
          <a:xfrm>
            <a:off x="10304207" y="6519446"/>
            <a:ext cx="2340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hlinkClick r:id="rId3"/>
              </a:rPr>
              <a:t>Jogalekar</a:t>
            </a:r>
            <a:r>
              <a:rPr lang="en-IN" sz="1600" dirty="0">
                <a:hlinkClick r:id="rId3"/>
              </a:rPr>
              <a:t>, et al. 2022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A3D00-E0E5-BA07-800F-C4C6FFED517E}"/>
              </a:ext>
            </a:extLst>
          </p:cNvPr>
          <p:cNvSpPr txBox="1"/>
          <p:nvPr/>
        </p:nvSpPr>
        <p:spPr>
          <a:xfrm>
            <a:off x="6262905" y="5661153"/>
            <a:ext cx="3618271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300" b="1" dirty="0"/>
              <a:t>Proinflammatory cytokines: IL-2, IF-</a:t>
            </a:r>
            <a:r>
              <a:rPr lang="el-GR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IN" sz="1300" b="1" dirty="0"/>
              <a:t>, TNF-</a:t>
            </a:r>
            <a:r>
              <a:rPr lang="el-GR" sz="1300" b="1" dirty="0"/>
              <a:t>α</a:t>
            </a:r>
            <a:endParaRPr lang="en-IN" sz="1300" b="1" dirty="0"/>
          </a:p>
          <a:p>
            <a:r>
              <a:rPr lang="en-IN" sz="1300" b="1" dirty="0"/>
              <a:t>Chemokines: CXCL1, CXCL2, CXCL5, CXCL8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DE88EC-BCC9-763A-4064-CED536A668EA}"/>
              </a:ext>
            </a:extLst>
          </p:cNvPr>
          <p:cNvSpPr/>
          <p:nvPr/>
        </p:nvSpPr>
        <p:spPr>
          <a:xfrm>
            <a:off x="338061" y="617553"/>
            <a:ext cx="3889810" cy="9635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a CAR-T Cell Signal?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51FA65C-B7E1-CF24-60F6-6BE95ED55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" t="2151" r="848" b="2939"/>
          <a:stretch>
            <a:fillRect/>
          </a:stretch>
        </p:blipFill>
        <p:spPr bwMode="auto">
          <a:xfrm>
            <a:off x="9616730" y="414143"/>
            <a:ext cx="2096077" cy="15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215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892E-ECC6-47C8-7829-3E28B4204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121DFD-3391-3506-3B85-A470E0676DF0}"/>
              </a:ext>
            </a:extLst>
          </p:cNvPr>
          <p:cNvSpPr/>
          <p:nvPr/>
        </p:nvSpPr>
        <p:spPr>
          <a:xfrm>
            <a:off x="956268" y="46703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TCR and CAR</a:t>
            </a:r>
          </a:p>
        </p:txBody>
      </p:sp>
    </p:spTree>
    <p:extLst>
      <p:ext uri="{BB962C8B-B14F-4D97-AF65-F5344CB8AC3E}">
        <p14:creationId xmlns:p14="http://schemas.microsoft.com/office/powerpoint/2010/main" val="354511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C3811-102C-F406-BF0C-138A9644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22841-0343-BBC3-0E2F-5FC84D5CB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94" y="1477103"/>
            <a:ext cx="1061972" cy="110878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FC4A7A-B4A3-78ED-72BD-A9C9FDAEBED2}"/>
              </a:ext>
            </a:extLst>
          </p:cNvPr>
          <p:cNvSpPr/>
          <p:nvPr/>
        </p:nvSpPr>
        <p:spPr>
          <a:xfrm>
            <a:off x="956268" y="46703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Challenges in Current CAR-T Cell Therapy</a:t>
            </a:r>
          </a:p>
        </p:txBody>
      </p:sp>
    </p:spTree>
    <p:extLst>
      <p:ext uri="{BB962C8B-B14F-4D97-AF65-F5344CB8AC3E}">
        <p14:creationId xmlns:p14="http://schemas.microsoft.com/office/powerpoint/2010/main" val="1393695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F96E-58C7-8B02-2135-E0ABB382E26F}"/>
              </a:ext>
            </a:extLst>
          </p:cNvPr>
          <p:cNvSpPr txBox="1">
            <a:spLocks/>
          </p:cNvSpPr>
          <p:nvPr/>
        </p:nvSpPr>
        <p:spPr>
          <a:xfrm>
            <a:off x="3955024" y="62241"/>
            <a:ext cx="4281949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ECF6C3-5A68-7E08-848B-3ADD31CA6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87" y="1205241"/>
            <a:ext cx="6352271" cy="1847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24DBC5-477C-C9C2-B2B8-7DB3C632A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68" y="3479738"/>
            <a:ext cx="5000308" cy="28808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FE3D6D-FEB2-FCDF-AA7B-8652CE1E7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3"/>
          <a:stretch>
            <a:fillRect/>
          </a:stretch>
        </p:blipFill>
        <p:spPr>
          <a:xfrm>
            <a:off x="6587902" y="843280"/>
            <a:ext cx="5454784" cy="26030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B1518D-2198-55EE-B419-8ACF90C73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902" y="3618928"/>
            <a:ext cx="2902297" cy="28683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D2C3FB-38CA-21D8-FCB6-6E76BDB0BE2E}"/>
              </a:ext>
            </a:extLst>
          </p:cNvPr>
          <p:cNvSpPr txBox="1"/>
          <p:nvPr/>
        </p:nvSpPr>
        <p:spPr>
          <a:xfrm>
            <a:off x="9802761" y="4297846"/>
            <a:ext cx="2239925" cy="1754326"/>
          </a:xfrm>
          <a:prstGeom prst="rect">
            <a:avLst/>
          </a:prstGeom>
          <a:solidFill>
            <a:srgbClr val="A98DD3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Rules out the requirement of all three ITAMs as well as their location for the desired effector function of T cell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352923-08B4-6E25-FFD6-5CE2A0EC47D4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16995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A78495-29EB-AA96-FCBD-391E0FC5C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422" y="3429000"/>
            <a:ext cx="4455514" cy="3358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6A9DCB-2603-5E20-DD2B-F3A61EBFF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91" y="885589"/>
            <a:ext cx="6607180" cy="25468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B4DE5F-18FC-AFCF-4866-D13DBC9CB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822" y="1022457"/>
            <a:ext cx="1914973" cy="325277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90B6CD8-1774-BE6C-D283-1B0B9782AA59}"/>
              </a:ext>
            </a:extLst>
          </p:cNvPr>
          <p:cNvGrpSpPr/>
          <p:nvPr/>
        </p:nvGrpSpPr>
        <p:grpSpPr>
          <a:xfrm>
            <a:off x="8229822" y="1022457"/>
            <a:ext cx="535123" cy="1840900"/>
            <a:chOff x="8096553" y="807945"/>
            <a:chExt cx="535123" cy="18409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54B9BB-553E-4AC4-70BD-7E8EF050C986}"/>
                </a:ext>
              </a:extLst>
            </p:cNvPr>
            <p:cNvSpPr/>
            <p:nvPr/>
          </p:nvSpPr>
          <p:spPr>
            <a:xfrm>
              <a:off x="8285118" y="807945"/>
              <a:ext cx="346558" cy="245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085F749-4F78-2E5C-9690-BF64D23A13E4}"/>
                </a:ext>
              </a:extLst>
            </p:cNvPr>
            <p:cNvSpPr/>
            <p:nvPr/>
          </p:nvSpPr>
          <p:spPr>
            <a:xfrm rot="5400000">
              <a:off x="7958074" y="2243827"/>
              <a:ext cx="543497" cy="2665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C49DA99-EDB6-C294-846A-810EE3D3E166}"/>
              </a:ext>
            </a:extLst>
          </p:cNvPr>
          <p:cNvSpPr txBox="1"/>
          <p:nvPr/>
        </p:nvSpPr>
        <p:spPr>
          <a:xfrm>
            <a:off x="7482348" y="4806427"/>
            <a:ext cx="4129549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4-1BB </a:t>
            </a:r>
            <a:r>
              <a:rPr lang="en-IN" b="1" dirty="0" err="1"/>
              <a:t>costimulation</a:t>
            </a:r>
            <a:r>
              <a:rPr lang="en-IN" b="1" dirty="0"/>
              <a:t> improves the persistence of CAR-T cells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272AFB-B9C0-FCE5-09F8-DE6F7EE0FDD4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64212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51C9789-2B0B-E9F8-C284-95C0E9266D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811"/>
          <a:stretch>
            <a:fillRect/>
          </a:stretch>
        </p:blipFill>
        <p:spPr>
          <a:xfrm>
            <a:off x="9222678" y="1929603"/>
            <a:ext cx="2714677" cy="33012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0108C6-68D2-3995-2499-651F92A7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45256"/>
          <a:stretch>
            <a:fillRect/>
          </a:stretch>
        </p:blipFill>
        <p:spPr>
          <a:xfrm>
            <a:off x="6388836" y="959169"/>
            <a:ext cx="2714677" cy="39993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34C8C8-F52F-A930-BEEB-4B9C30CB29EF}"/>
              </a:ext>
            </a:extLst>
          </p:cNvPr>
          <p:cNvSpPr txBox="1"/>
          <p:nvPr/>
        </p:nvSpPr>
        <p:spPr>
          <a:xfrm>
            <a:off x="721918" y="3753516"/>
            <a:ext cx="4980694" cy="1477328"/>
          </a:xfrm>
          <a:prstGeom prst="rect">
            <a:avLst/>
          </a:prstGeom>
          <a:solidFill>
            <a:srgbClr val="EEF1FE"/>
          </a:solidFill>
          <a:ln w="1905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Hypoxia (EGLN3, EGR1, PTGIS, ID1), </a:t>
            </a:r>
          </a:p>
          <a:p>
            <a:pPr algn="ctr"/>
            <a:r>
              <a:rPr lang="en-IN" b="1" dirty="0"/>
              <a:t>Apoptosis (ID1) and </a:t>
            </a:r>
          </a:p>
          <a:p>
            <a:pPr algn="ctr"/>
            <a:r>
              <a:rPr lang="en-IN" b="1" dirty="0"/>
              <a:t>Metabolism (GLUL, ATP10D, SMPDL3A), </a:t>
            </a:r>
          </a:p>
          <a:p>
            <a:pPr algn="ctr"/>
            <a:r>
              <a:rPr lang="en-IN" b="1" dirty="0"/>
              <a:t>Or T cell suppressive pathways (CTLA4, CD38, LGMN, CLECL1, ENTPD1, KLRC1/2)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9B42F5-0F18-321C-7309-4B3498713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45" y="807945"/>
            <a:ext cx="6318875" cy="22965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401EF-4431-6AE8-FA2C-279A62F29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034" y="988351"/>
            <a:ext cx="1743318" cy="924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044BCC-5848-B009-C9FA-DD9B8EA253FE}"/>
              </a:ext>
            </a:extLst>
          </p:cNvPr>
          <p:cNvSpPr txBox="1"/>
          <p:nvPr/>
        </p:nvSpPr>
        <p:spPr>
          <a:xfrm>
            <a:off x="0" y="6074064"/>
            <a:ext cx="12192000" cy="461665"/>
          </a:xfrm>
          <a:prstGeom prst="rect">
            <a:avLst/>
          </a:prstGeom>
          <a:solidFill>
            <a:srgbClr val="CDAEF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4-1BB </a:t>
            </a:r>
            <a:r>
              <a:rPr lang="en-IN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Costimulation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Counteracts Exhaustion</a:t>
            </a:r>
            <a:endParaRPr lang="en-IN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0B8164-4D57-91F8-2B2D-0753CFE8787A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2217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CE680-D103-2CF6-F4D0-427E6A952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35" y="817375"/>
            <a:ext cx="6148136" cy="22965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CBB7D7-F905-80D1-93CA-5395D021B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826" y="839696"/>
            <a:ext cx="5290809" cy="2639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A1828E-DA6E-C76B-C5E0-FB1C1C77B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229" y="3744086"/>
            <a:ext cx="6571324" cy="28197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A6C060-372A-B6C6-19E8-D02601819CF6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09497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1EC7-B0D9-6FFE-AA99-A08EC32B4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88C3AB-9E84-567A-0AE1-BFFE16B0A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35" y="817375"/>
            <a:ext cx="6148136" cy="229654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7090327-EFF5-45C8-8222-2DC2DDA2034F}"/>
              </a:ext>
            </a:extLst>
          </p:cNvPr>
          <p:cNvGrpSpPr/>
          <p:nvPr/>
        </p:nvGrpSpPr>
        <p:grpSpPr>
          <a:xfrm>
            <a:off x="1" y="3429000"/>
            <a:ext cx="7183120" cy="2921001"/>
            <a:chOff x="155571" y="3586606"/>
            <a:chExt cx="7598906" cy="28271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E56420C-E3CE-BE76-2946-63FDBD142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571" y="3637280"/>
              <a:ext cx="7598906" cy="27765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3BFA35D-5289-2D09-244F-1E89602D7C9E}"/>
                </a:ext>
              </a:extLst>
            </p:cNvPr>
            <p:cNvSpPr/>
            <p:nvPr/>
          </p:nvSpPr>
          <p:spPr>
            <a:xfrm>
              <a:off x="274320" y="3586606"/>
              <a:ext cx="325120" cy="3149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654FBC2-66A0-5B73-A78B-612AA688A805}"/>
                </a:ext>
              </a:extLst>
            </p:cNvPr>
            <p:cNvSpPr/>
            <p:nvPr/>
          </p:nvSpPr>
          <p:spPr>
            <a:xfrm>
              <a:off x="3994078" y="3586606"/>
              <a:ext cx="325120" cy="3149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309DF28-C2AB-26D0-037A-76B08D794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083" y="817375"/>
            <a:ext cx="2773777" cy="2745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7DB139-9DCC-8E77-0E0D-1F2F3C4A0C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6083" y="3754410"/>
            <a:ext cx="3904077" cy="27989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1F9CDE-A334-30B9-A1C1-BE63B45AC737}"/>
              </a:ext>
            </a:extLst>
          </p:cNvPr>
          <p:cNvSpPr txBox="1"/>
          <p:nvPr/>
        </p:nvSpPr>
        <p:spPr>
          <a:xfrm>
            <a:off x="10559549" y="3429000"/>
            <a:ext cx="98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(in vivo)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4500AD-49A4-19B5-3069-BB2FFD0BB080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75647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E2AD3-7229-1E08-A310-0F27C1924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5DDDEF-3730-427F-DB0D-108941208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35" y="817375"/>
            <a:ext cx="6148136" cy="22965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BA24E0-00F2-70ED-87BA-5B9B8AF37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3429000"/>
            <a:ext cx="10454640" cy="27819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A03ACE-9000-BBC8-A500-4ABDA1CED5D5}"/>
              </a:ext>
            </a:extLst>
          </p:cNvPr>
          <p:cNvSpPr txBox="1"/>
          <p:nvPr/>
        </p:nvSpPr>
        <p:spPr>
          <a:xfrm>
            <a:off x="7081520" y="1205241"/>
            <a:ext cx="4551680" cy="1846659"/>
          </a:xfrm>
          <a:prstGeom prst="rect">
            <a:avLst/>
          </a:prstGeom>
          <a:solidFill>
            <a:srgbClr val="B6A26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900" dirty="0"/>
              <a:t>Var 1 group dominates Var 3 in </a:t>
            </a:r>
            <a:r>
              <a:rPr lang="en-IN" sz="1900" i="1" dirty="0"/>
              <a:t>in vitro </a:t>
            </a:r>
            <a:r>
              <a:rPr lang="en-IN" sz="1900" dirty="0"/>
              <a:t>settings but </a:t>
            </a:r>
            <a:r>
              <a:rPr lang="en-IN" sz="1900" i="1" dirty="0"/>
              <a:t>vice-versa</a:t>
            </a:r>
            <a:r>
              <a:rPr lang="en-IN" sz="1900" dirty="0"/>
              <a:t> in </a:t>
            </a:r>
            <a:r>
              <a:rPr lang="en-IN" sz="1900" i="1" dirty="0"/>
              <a:t>in vivo </a:t>
            </a:r>
            <a:r>
              <a:rPr lang="en-IN" sz="1900" dirty="0"/>
              <a:t>settings due to chronic nature of cancer in </a:t>
            </a:r>
            <a:r>
              <a:rPr lang="en-IN" sz="1900" i="1" dirty="0"/>
              <a:t>in vivo.</a:t>
            </a:r>
            <a:endParaRPr lang="en-IN" sz="1900" dirty="0"/>
          </a:p>
          <a:p>
            <a:endParaRPr lang="en-IN" sz="19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900" dirty="0"/>
              <a:t>Provides systemic strategy for signalling domain optimization.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178011-FB56-1F94-6CAA-3F80014D02A1}"/>
              </a:ext>
            </a:extLst>
          </p:cNvPr>
          <p:cNvSpPr/>
          <p:nvPr/>
        </p:nvSpPr>
        <p:spPr>
          <a:xfrm>
            <a:off x="956266" y="254061"/>
            <a:ext cx="10279464" cy="48669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69717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4D0AB-FA27-8AA5-EC60-9EFF5A7A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134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67AEDE-9E82-9576-2F33-72F49766EA96}"/>
              </a:ext>
            </a:extLst>
          </p:cNvPr>
          <p:cNvSpPr txBox="1"/>
          <p:nvPr/>
        </p:nvSpPr>
        <p:spPr>
          <a:xfrm>
            <a:off x="4832555" y="408092"/>
            <a:ext cx="2526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DBE5B3-8824-1115-79A5-10DCC3462801}"/>
              </a:ext>
            </a:extLst>
          </p:cNvPr>
          <p:cNvSpPr/>
          <p:nvPr/>
        </p:nvSpPr>
        <p:spPr>
          <a:xfrm>
            <a:off x="1927123" y="1455174"/>
            <a:ext cx="9724103" cy="9242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EEBD4A-4295-B706-3BE6-0756C26E73CA}"/>
              </a:ext>
            </a:extLst>
          </p:cNvPr>
          <p:cNvSpPr/>
          <p:nvPr/>
        </p:nvSpPr>
        <p:spPr>
          <a:xfrm>
            <a:off x="1410929" y="1455174"/>
            <a:ext cx="1032387" cy="92423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464BC-482B-1B0F-FCF9-5791624770D7}"/>
              </a:ext>
            </a:extLst>
          </p:cNvPr>
          <p:cNvSpPr/>
          <p:nvPr/>
        </p:nvSpPr>
        <p:spPr>
          <a:xfrm>
            <a:off x="1927123" y="2875067"/>
            <a:ext cx="9724103" cy="9242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design an Affinity-optimized CAR construct to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D33A70-2CDC-9A6D-EF07-761382D00167}"/>
              </a:ext>
            </a:extLst>
          </p:cNvPr>
          <p:cNvSpPr/>
          <p:nvPr/>
        </p:nvSpPr>
        <p:spPr>
          <a:xfrm>
            <a:off x="1410929" y="2875067"/>
            <a:ext cx="1032387" cy="92423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555B89-D334-B22C-7793-AB4E722712B6}"/>
              </a:ext>
            </a:extLst>
          </p:cNvPr>
          <p:cNvSpPr/>
          <p:nvPr/>
        </p:nvSpPr>
        <p:spPr>
          <a:xfrm>
            <a:off x="1927123" y="4478594"/>
            <a:ext cx="9724103" cy="924232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 evaluate the CAR-T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9B4BC3-7301-715B-A3A9-9EB3CAD85EBA}"/>
              </a:ext>
            </a:extLst>
          </p:cNvPr>
          <p:cNvSpPr/>
          <p:nvPr/>
        </p:nvSpPr>
        <p:spPr>
          <a:xfrm>
            <a:off x="1410929" y="4478594"/>
            <a:ext cx="1032387" cy="924232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BB8BA-667B-F7A6-21FD-EFEB1B2F2843}"/>
              </a:ext>
            </a:extLst>
          </p:cNvPr>
          <p:cNvSpPr txBox="1"/>
          <p:nvPr/>
        </p:nvSpPr>
        <p:spPr>
          <a:xfrm>
            <a:off x="2357120" y="1532569"/>
            <a:ext cx="9060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Parameters of Ag-Ab Binding which Affects the Amplitude of the Signal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434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0316D-902C-8FFB-C455-228F50271948}"/>
              </a:ext>
            </a:extLst>
          </p:cNvPr>
          <p:cNvSpPr txBox="1"/>
          <p:nvPr/>
        </p:nvSpPr>
        <p:spPr>
          <a:xfrm>
            <a:off x="1446963" y="381837"/>
            <a:ext cx="9807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Parameters Affecting Ag-Ab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9B1DCD-8BF2-812E-4C5C-0339DF4F6899}"/>
                  </a:ext>
                </a:extLst>
              </p:cNvPr>
              <p:cNvSpPr txBox="1"/>
              <p:nvPr/>
            </p:nvSpPr>
            <p:spPr>
              <a:xfrm>
                <a:off x="373625" y="1641987"/>
                <a:ext cx="4434349" cy="37818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arenR"/>
                </a:pPr>
                <a:endParaRPr lang="en-IN" sz="19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IN" sz="1900" b="1" dirty="0">
                    <a:solidFill>
                      <a:srgbClr val="002060"/>
                    </a:solidFill>
                  </a:rPr>
                  <a:t>Dissociation Constant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IN" sz="19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m:rPr>
                        <m:nor/>
                      </m:rPr>
                      <a:rPr lang="en-IN" sz="19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1900" b="1">
                        <a:solidFill>
                          <a:srgbClr val="002060"/>
                        </a:solidFill>
                      </a:rPr>
                      <m:t>equal</m:t>
                    </m:r>
                    <m:r>
                      <m:rPr>
                        <m:nor/>
                      </m:rPr>
                      <a:rPr lang="en-IN" sz="1900" b="1" i="0" smtClean="0">
                        <a:solidFill>
                          <a:srgbClr val="002060"/>
                        </a:solidFill>
                      </a:rPr>
                      <m:t> </m:t>
                    </m:r>
                    <m:sSub>
                      <m:sSubPr>
                        <m:ctrlP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𝒐𝒏</m:t>
                        </m:r>
                      </m:sub>
                    </m:sSub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𝒐𝒇𝒇</m:t>
                        </m:r>
                      </m:sub>
                    </m:sSub>
                    <m:r>
                      <a:rPr lang="en-IN" sz="19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9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endParaRPr lang="en-IN" sz="19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IN" sz="1900" b="1" dirty="0">
                    <a:solidFill>
                      <a:srgbClr val="002060"/>
                    </a:solidFill>
                  </a:rPr>
                  <a:t>Association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𝒐𝒏</m:t>
                        </m:r>
                      </m:sub>
                    </m:sSub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9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endParaRPr lang="en-IN" sz="19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IN" sz="1900" b="1" dirty="0">
                    <a:solidFill>
                      <a:srgbClr val="002060"/>
                    </a:solidFill>
                  </a:rPr>
                  <a:t>Dissociation Rate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IN" sz="19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𝒐𝒇𝒇</m:t>
                        </m:r>
                      </m:sub>
                    </m:sSub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9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endParaRPr lang="en-IN" sz="19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IN" sz="1900" b="1" dirty="0">
                    <a:solidFill>
                      <a:srgbClr val="002060"/>
                    </a:solidFill>
                  </a:rPr>
                  <a:t>Half-Life </a:t>
                </a:r>
                <a14:m>
                  <m:oMath xmlns:m="http://schemas.openxmlformats.org/officeDocument/2006/math">
                    <m:r>
                      <a:rPr lang="en-IN" sz="19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f>
                          <m:fPr>
                            <m:ctrlPr>
                              <a:rPr lang="en-IN" sz="19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9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IN" sz="19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sub>
                    </m:sSub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𝒍𝒏</m:t>
                    </m:r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𝟔𝟗𝟑</m:t>
                    </m:r>
                    <m:r>
                      <a:rPr lang="en-IN" sz="19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)/</m:t>
                    </m:r>
                    <m:sSub>
                      <m:sSubPr>
                        <m:ctrlP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IN" sz="19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𝒐𝒇𝒇</m:t>
                        </m:r>
                      </m:sub>
                    </m:sSub>
                  </m:oMath>
                </a14:m>
                <a:r>
                  <a:rPr lang="en-IN" sz="1900" b="1" dirty="0">
                    <a:solidFill>
                      <a:srgbClr val="002060"/>
                    </a:solidFill>
                  </a:rPr>
                  <a:t>)</a:t>
                </a:r>
              </a:p>
              <a:p>
                <a:pPr marL="457200" indent="-457200">
                  <a:buFont typeface="+mj-lt"/>
                  <a:buAutoNum type="arabicParenR"/>
                </a:pPr>
                <a:endParaRPr lang="en-IN" sz="19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IN" sz="1900" b="1" dirty="0">
                    <a:solidFill>
                      <a:srgbClr val="002060"/>
                    </a:solidFill>
                  </a:rPr>
                  <a:t>Affinity (Moderate is the Best!)</a:t>
                </a:r>
              </a:p>
              <a:p>
                <a:endParaRPr lang="en-IN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9B1DCD-8BF2-812E-4C5C-0339DF4F6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25" y="1641987"/>
                <a:ext cx="4434349" cy="3781805"/>
              </a:xfrm>
              <a:prstGeom prst="rect">
                <a:avLst/>
              </a:prstGeom>
              <a:blipFill>
                <a:blip r:embed="rId2"/>
                <a:stretch>
                  <a:fillRect l="-95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EDE0ED7-3FB8-50F3-2054-52EBA0E92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071" y="1706814"/>
            <a:ext cx="6655592" cy="1722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5B43CA-706D-6C6A-9799-E45D353E1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071" y="3889181"/>
            <a:ext cx="6469626" cy="16233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91BE66-E952-B5E4-8578-FA499049574D}"/>
              </a:ext>
            </a:extLst>
          </p:cNvPr>
          <p:cNvSpPr txBox="1"/>
          <p:nvPr/>
        </p:nvSpPr>
        <p:spPr>
          <a:xfrm>
            <a:off x="10913806" y="6550223"/>
            <a:ext cx="1809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hlinkClick r:id="rId5"/>
              </a:rPr>
              <a:t>Mao, et al. 2022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6258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2C6CCF-69F6-5F33-6F3F-371A244A056D}"/>
              </a:ext>
            </a:extLst>
          </p:cNvPr>
          <p:cNvSpPr txBox="1"/>
          <p:nvPr/>
        </p:nvSpPr>
        <p:spPr>
          <a:xfrm>
            <a:off x="4299155" y="124899"/>
            <a:ext cx="3593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Experimental Design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2A558-D0F1-389B-F372-2676A3CDD53B}"/>
              </a:ext>
            </a:extLst>
          </p:cNvPr>
          <p:cNvSpPr txBox="1"/>
          <p:nvPr/>
        </p:nvSpPr>
        <p:spPr>
          <a:xfrm>
            <a:off x="409644" y="500597"/>
            <a:ext cx="3721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Objective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EC8685-8746-4B67-E59F-5DB828A88597}"/>
              </a:ext>
            </a:extLst>
          </p:cNvPr>
          <p:cNvSpPr txBox="1"/>
          <p:nvPr/>
        </p:nvSpPr>
        <p:spPr>
          <a:xfrm>
            <a:off x="261257" y="962262"/>
            <a:ext cx="119307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IN" sz="2000" dirty="0"/>
              <a:t>Development of Anti-CD19 CAR construct (</a:t>
            </a:r>
            <a:r>
              <a:rPr lang="en-IN" sz="2000" dirty="0" err="1"/>
              <a:t>VectorBuilder</a:t>
            </a:r>
            <a:r>
              <a:rPr lang="en-IN" sz="2000" dirty="0"/>
              <a:t>) – </a:t>
            </a:r>
            <a:r>
              <a:rPr lang="en-IN" sz="2000" dirty="0" err="1"/>
              <a:t>pLV</a:t>
            </a:r>
            <a:r>
              <a:rPr lang="en-IN" sz="2000" dirty="0"/>
              <a:t> CAR-BFP (commercial CAR construct)  &amp; </a:t>
            </a:r>
            <a:r>
              <a:rPr lang="en-IN" sz="2000" dirty="0" err="1"/>
              <a:t>pLV</a:t>
            </a:r>
            <a:r>
              <a:rPr lang="en-IN" sz="2000" dirty="0"/>
              <a:t> CAR-</a:t>
            </a:r>
            <a:r>
              <a:rPr lang="en-IN" sz="2000" dirty="0" err="1"/>
              <a:t>eGFP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pPr marL="457200" indent="-457200">
              <a:buAutoNum type="arabicParenR"/>
            </a:pPr>
            <a:endParaRPr lang="en-IN" sz="2000" dirty="0"/>
          </a:p>
          <a:p>
            <a:pPr marL="457200" indent="-457200">
              <a:buAutoNum type="arabicParenR"/>
            </a:pPr>
            <a:endParaRPr lang="en-IN" sz="2000" dirty="0"/>
          </a:p>
          <a:p>
            <a:pPr marL="457200" indent="-457200">
              <a:buAutoNum type="arabicParenR"/>
            </a:pPr>
            <a:endParaRPr lang="en-IN" sz="20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D6259E1-38C1-7D02-0C9E-9B2241B95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17" t="845" r="-98" b="-845"/>
          <a:stretch>
            <a:fillRect/>
          </a:stretch>
        </p:blipFill>
        <p:spPr>
          <a:xfrm>
            <a:off x="-2495832" y="1750598"/>
            <a:ext cx="10735480" cy="392123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E3E92CD-85D5-54C8-6F41-BD5C5F418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9117" y="-103660"/>
            <a:ext cx="10431509" cy="696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51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4F2F0-4B27-AB6F-3DBC-F5D47FD6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528DDB-2475-2395-2DC9-45E38AE0B0DA}"/>
              </a:ext>
            </a:extLst>
          </p:cNvPr>
          <p:cNvSpPr txBox="1"/>
          <p:nvPr/>
        </p:nvSpPr>
        <p:spPr>
          <a:xfrm>
            <a:off x="727587" y="1086013"/>
            <a:ext cx="1068274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2) To determine the interacting residues of Ag-Ab complex formed between CD19 &amp; anti-CD19 scFv</a:t>
            </a:r>
          </a:p>
          <a:p>
            <a:pPr marL="457200" indent="-457200">
              <a:buAutoNum type="arabicParenR"/>
            </a:pPr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F954C-F48D-9AAE-990F-DC27BD757AA7}"/>
              </a:ext>
            </a:extLst>
          </p:cNvPr>
          <p:cNvSpPr txBox="1"/>
          <p:nvPr/>
        </p:nvSpPr>
        <p:spPr>
          <a:xfrm>
            <a:off x="4832555" y="265471"/>
            <a:ext cx="3593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Experimental Design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E6ED78-5017-E4BB-2D26-B1AB8F3A7E2D}"/>
              </a:ext>
            </a:extLst>
          </p:cNvPr>
          <p:cNvSpPr txBox="1"/>
          <p:nvPr/>
        </p:nvSpPr>
        <p:spPr>
          <a:xfrm>
            <a:off x="9024905" y="3274143"/>
            <a:ext cx="30884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5CB0C4"/>
                </a:solidFill>
              </a:rPr>
              <a:t>Anti-CD19 </a:t>
            </a:r>
            <a:r>
              <a:rPr lang="en-IN" b="1" dirty="0" err="1">
                <a:solidFill>
                  <a:srgbClr val="5CB0C4"/>
                </a:solidFill>
              </a:rPr>
              <a:t>scFv</a:t>
            </a:r>
            <a:r>
              <a:rPr lang="en-IN" b="1" dirty="0">
                <a:solidFill>
                  <a:srgbClr val="5CB0C4"/>
                </a:solidFill>
              </a:rPr>
              <a:t> (FMC63)</a:t>
            </a:r>
          </a:p>
          <a:p>
            <a:r>
              <a:rPr lang="en-IN" b="1" dirty="0">
                <a:solidFill>
                  <a:srgbClr val="008000"/>
                </a:solidFill>
              </a:rPr>
              <a:t>CD19 (7URV)</a:t>
            </a:r>
          </a:p>
          <a:p>
            <a:endParaRPr lang="en-IN" dirty="0"/>
          </a:p>
          <a:p>
            <a:r>
              <a:rPr lang="en-IN" dirty="0"/>
              <a:t>Interacting residues selected from Anti-CD19 scFv (based on greater interacting surface </a:t>
            </a:r>
            <a:r>
              <a:rPr lang="en-IN" dirty="0" err="1"/>
              <a:t>i.e</a:t>
            </a:r>
            <a:r>
              <a:rPr lang="en-IN" dirty="0"/>
              <a:t>, buried SASA = 35</a:t>
            </a:r>
            <a:r>
              <a:rPr lang="en-IN" b="1" dirty="0">
                <a:latin typeface="Abadi ExtraLight" panose="020F0502020204030204" pitchFamily="34" charset="0"/>
              </a:rPr>
              <a:t>Å</a:t>
            </a:r>
            <a:r>
              <a:rPr lang="en-IN" dirty="0"/>
              <a:t>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Tyrosine, 260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DF4DCE"/>
                </a:solidFill>
              </a:rPr>
              <a:t>Tyrosine, 261</a:t>
            </a: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FF0000"/>
                </a:solidFill>
              </a:rPr>
              <a:t>Serine, 214</a:t>
            </a:r>
          </a:p>
        </p:txBody>
      </p:sp>
      <p:pic>
        <p:nvPicPr>
          <p:cNvPr id="6" name="movie3">
            <a:hlinkClick r:id="" action="ppaction://media"/>
            <a:extLst>
              <a:ext uri="{FF2B5EF4-FFF2-40B4-BE49-F238E27FC236}">
                <a16:creationId xmlns:a16="http://schemas.microsoft.com/office/drawing/2014/main" id="{184BB898-61C7-F853-F636-CA90A8C5F7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0439" y="1988405"/>
            <a:ext cx="7600335" cy="46041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F124BB-68CB-876B-FCD6-26C878479F1A}"/>
              </a:ext>
            </a:extLst>
          </p:cNvPr>
          <p:cNvSpPr txBox="1"/>
          <p:nvPr/>
        </p:nvSpPr>
        <p:spPr>
          <a:xfrm>
            <a:off x="10491019" y="6519446"/>
            <a:ext cx="2104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PDB &amp; </a:t>
            </a:r>
            <a:r>
              <a:rPr lang="en-IN" sz="1600" dirty="0" err="1"/>
              <a:t>ChimeraX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3510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ACA4-05AC-DA49-002E-AC05DF48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728A61-4848-2967-4F78-67F0F121BF39}"/>
              </a:ext>
            </a:extLst>
          </p:cNvPr>
          <p:cNvSpPr txBox="1"/>
          <p:nvPr/>
        </p:nvSpPr>
        <p:spPr>
          <a:xfrm>
            <a:off x="-390036" y="844227"/>
            <a:ext cx="106286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/>
              <a:t>2) To determine the interacting residues of Ag-Ab complex formed between CD19 &amp; anti-CD19 scFv</a:t>
            </a:r>
          </a:p>
          <a:p>
            <a:pPr marL="457200" indent="-457200" algn="ctr">
              <a:buAutoNum type="arabicParenR"/>
            </a:pP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A31B62-A55B-A68A-DFB0-A0E04B22BA98}"/>
              </a:ext>
            </a:extLst>
          </p:cNvPr>
          <p:cNvSpPr txBox="1"/>
          <p:nvPr/>
        </p:nvSpPr>
        <p:spPr>
          <a:xfrm>
            <a:off x="4832555" y="265471"/>
            <a:ext cx="3593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Experimental Design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3F4C4-8AF7-5421-0191-68121B192D7A}"/>
              </a:ext>
            </a:extLst>
          </p:cNvPr>
          <p:cNvSpPr txBox="1"/>
          <p:nvPr/>
        </p:nvSpPr>
        <p:spPr>
          <a:xfrm>
            <a:off x="9024905" y="3274143"/>
            <a:ext cx="30884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5CB0C4"/>
                </a:solidFill>
              </a:rPr>
              <a:t>Anti-CD19 </a:t>
            </a:r>
            <a:r>
              <a:rPr lang="en-IN" b="1" dirty="0" err="1">
                <a:solidFill>
                  <a:srgbClr val="5CB0C4"/>
                </a:solidFill>
              </a:rPr>
              <a:t>scFv</a:t>
            </a:r>
            <a:r>
              <a:rPr lang="en-IN" b="1" dirty="0">
                <a:solidFill>
                  <a:srgbClr val="5CB0C4"/>
                </a:solidFill>
              </a:rPr>
              <a:t> (FMC63)</a:t>
            </a:r>
          </a:p>
          <a:p>
            <a:r>
              <a:rPr lang="en-IN" b="1" dirty="0">
                <a:solidFill>
                  <a:srgbClr val="008000"/>
                </a:solidFill>
              </a:rPr>
              <a:t>CD19 (7URV)</a:t>
            </a:r>
          </a:p>
          <a:p>
            <a:endParaRPr lang="en-IN" dirty="0"/>
          </a:p>
          <a:p>
            <a:r>
              <a:rPr lang="en-IN" dirty="0"/>
              <a:t>Interacting residues selected from Anti-CD19 scFv (based on greater interacting surface </a:t>
            </a:r>
            <a:r>
              <a:rPr lang="en-IN" dirty="0" err="1"/>
              <a:t>i.e</a:t>
            </a:r>
            <a:r>
              <a:rPr lang="en-IN" dirty="0"/>
              <a:t>, buried SASA = 35</a:t>
            </a:r>
            <a:r>
              <a:rPr lang="en-IN" b="1" dirty="0">
                <a:latin typeface="Abadi ExtraLight" panose="020F0502020204030204" pitchFamily="34" charset="0"/>
              </a:rPr>
              <a:t>Å</a:t>
            </a:r>
            <a:r>
              <a:rPr lang="en-IN" dirty="0"/>
              <a:t>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Tyrosine, 260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DF4DCE"/>
                </a:solidFill>
              </a:rPr>
              <a:t>Tyrosine, 261</a:t>
            </a: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rgbClr val="FF0000"/>
                </a:solidFill>
              </a:rPr>
              <a:t>Serine, 214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A31227-ED1D-B643-51AC-FB57C372F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6" t="9017" r="9851" b="16479"/>
          <a:stretch>
            <a:fillRect/>
          </a:stretch>
        </p:blipFill>
        <p:spPr>
          <a:xfrm>
            <a:off x="1410929" y="1681316"/>
            <a:ext cx="6843252" cy="4689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C035F8-B015-3D77-7DE6-FCBE7BD17EBD}"/>
              </a:ext>
            </a:extLst>
          </p:cNvPr>
          <p:cNvSpPr txBox="1"/>
          <p:nvPr/>
        </p:nvSpPr>
        <p:spPr>
          <a:xfrm>
            <a:off x="10491019" y="6519446"/>
            <a:ext cx="2104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PDB &amp; </a:t>
            </a:r>
            <a:r>
              <a:rPr lang="en-IN" sz="1600" dirty="0" err="1"/>
              <a:t>ChimeraX</a:t>
            </a:r>
            <a:endParaRPr lang="en-IN" sz="1600" dirty="0"/>
          </a:p>
        </p:txBody>
      </p:sp>
      <p:pic>
        <p:nvPicPr>
          <p:cNvPr id="7" name="movie3">
            <a:hlinkClick r:id="" action="ppaction://media"/>
            <a:extLst>
              <a:ext uri="{FF2B5EF4-FFF2-40B4-BE49-F238E27FC236}">
                <a16:creationId xmlns:a16="http://schemas.microsoft.com/office/drawing/2014/main" id="{531F1FA2-0AA0-B778-E147-71A1BACB881D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7199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730492" y="1277931"/>
            <a:ext cx="2979174" cy="180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84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7069-39AB-9C4D-2176-E41144462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756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3C17-5D68-D811-1F13-4AC3FF4C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E3C530-C5F4-26D5-3943-B27EF480C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292" y="2093100"/>
            <a:ext cx="5272263" cy="43850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F3CA80-B12B-1762-60C8-6CB108DE8189}"/>
              </a:ext>
            </a:extLst>
          </p:cNvPr>
          <p:cNvSpPr txBox="1"/>
          <p:nvPr/>
        </p:nvSpPr>
        <p:spPr>
          <a:xfrm>
            <a:off x="358739" y="3685469"/>
            <a:ext cx="59190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Higher frequency of CD4 molecules are coupled to catalytically active </a:t>
            </a:r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</a:rPr>
              <a:t>Lck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 compared to CD8 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697EF4-25FD-8508-1CD5-283DA8A3B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04" y="219198"/>
            <a:ext cx="8078327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3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138D08-ABD3-CD09-D591-A9E92047A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18" y="1738864"/>
            <a:ext cx="9497961" cy="3538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D97202-E341-A7A5-F015-1E1B439FA227}"/>
              </a:ext>
            </a:extLst>
          </p:cNvPr>
          <p:cNvSpPr txBox="1"/>
          <p:nvPr/>
        </p:nvSpPr>
        <p:spPr>
          <a:xfrm>
            <a:off x="1772264" y="615144"/>
            <a:ext cx="8647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MHCII-restricted receptors have a shorter dwell-time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829150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57BF8-6C0B-D8F1-1975-5B0DB907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4A7253-239D-EB9E-AFA6-F054BEF93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6" y="1985244"/>
            <a:ext cx="5511687" cy="4118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360C2-7F1C-5C00-6242-3AA8E9C06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7" y="296471"/>
            <a:ext cx="8807890" cy="150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68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4D1B-EB11-7D0B-D4C2-326A221A3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1CACBE-594B-AF89-BB1F-2B28AE03E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25" y="304836"/>
            <a:ext cx="7227262" cy="1537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2ABBA5-C0A6-C16C-E631-DC900B49E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68" y="2844180"/>
            <a:ext cx="10387663" cy="177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380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79DDD-1786-E547-AA32-24FABC271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CD473B-1517-0362-34AF-F9DEA461F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47" y="1121497"/>
            <a:ext cx="5760553" cy="1662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DAA811-6BEC-8CC7-674F-CFF5C6E05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46" y="236345"/>
            <a:ext cx="5691727" cy="885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C9FC7F-7C97-C55E-95B5-EF69FBEF6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31" y="4205626"/>
            <a:ext cx="9182179" cy="10689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3C3CBF-C425-8C9F-E216-A93151C8F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289" y="236345"/>
            <a:ext cx="4440264" cy="38580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16AD35-B7C4-6967-8068-FA18C865C665}"/>
              </a:ext>
            </a:extLst>
          </p:cNvPr>
          <p:cNvSpPr txBox="1"/>
          <p:nvPr/>
        </p:nvSpPr>
        <p:spPr>
          <a:xfrm>
            <a:off x="718904" y="3668757"/>
            <a:ext cx="5232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If the stoichiometry of TCR &amp; </a:t>
            </a:r>
            <a:r>
              <a:rPr lang="en-IN" sz="2000" b="1" dirty="0" err="1">
                <a:solidFill>
                  <a:srgbClr val="7030A0"/>
                </a:solidFill>
              </a:rPr>
              <a:t>pMHC</a:t>
            </a:r>
            <a:r>
              <a:rPr lang="en-IN" sz="2000" b="1" dirty="0">
                <a:solidFill>
                  <a:srgbClr val="7030A0"/>
                </a:solidFill>
              </a:rPr>
              <a:t> is 1:1</a:t>
            </a:r>
          </a:p>
        </p:txBody>
      </p:sp>
    </p:spTree>
    <p:extLst>
      <p:ext uri="{BB962C8B-B14F-4D97-AF65-F5344CB8AC3E}">
        <p14:creationId xmlns:p14="http://schemas.microsoft.com/office/powerpoint/2010/main" val="2128314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EFE1-3646-5111-6B21-9FEC0C1D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B734B4-8B50-5B06-4FC7-A85F803CA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839" y="199103"/>
            <a:ext cx="5180243" cy="64597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4C154D-CD04-94E5-8056-7E5BFEBC5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25" y="395858"/>
            <a:ext cx="6501685" cy="17342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E8B5E5-76B0-8483-4464-AA5832D2BA6E}"/>
              </a:ext>
            </a:extLst>
          </p:cNvPr>
          <p:cNvSpPr txBox="1"/>
          <p:nvPr/>
        </p:nvSpPr>
        <p:spPr>
          <a:xfrm>
            <a:off x="711557" y="2873166"/>
            <a:ext cx="530941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222222"/>
                </a:solidFill>
                <a:latin typeface="+mj-lt"/>
              </a:rPr>
              <a:t>Q</a:t>
            </a:r>
            <a:r>
              <a:rPr lang="en-IN" sz="2000" b="0" i="0" dirty="0">
                <a:solidFill>
                  <a:srgbClr val="222222"/>
                </a:solidFill>
                <a:effectLst/>
                <a:latin typeface="+mj-lt"/>
              </a:rPr>
              <a:t>uasi-elastic light scattering (QELS)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+mj-lt"/>
              </a:rPr>
              <a:t>TCR/peptide–MHC complexes oligomerize in solution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Form oligomers at concentrations near the dissociation constant of the binding reaction.</a:t>
            </a:r>
            <a:r>
              <a:rPr lang="en-IN" sz="2000" b="0" i="0" dirty="0">
                <a:solidFill>
                  <a:srgbClr val="222222"/>
                </a:solidFill>
                <a:effectLst/>
                <a:latin typeface="+mj-lt"/>
              </a:rPr>
              <a:t> </a:t>
            </a:r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76600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A21B2-CE5E-19FB-3FB8-729D8596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504653-C9C0-6DE0-085C-CC9C078DC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757" y="1553103"/>
            <a:ext cx="4601980" cy="45330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C6777C-3204-296D-CE28-60365E564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86" y="447125"/>
            <a:ext cx="6796126" cy="14311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40911B-873E-05CD-078C-72217D0CA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39" y="1944620"/>
            <a:ext cx="3344663" cy="1178799"/>
          </a:xfrm>
          <a:prstGeom prst="rect">
            <a:avLst/>
          </a:prstGeom>
        </p:spPr>
      </p:pic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33FA3524-83B5-22B3-1A93-C04A23941307}"/>
              </a:ext>
            </a:extLst>
          </p:cNvPr>
          <p:cNvSpPr/>
          <p:nvPr/>
        </p:nvSpPr>
        <p:spPr>
          <a:xfrm>
            <a:off x="1396181" y="3819635"/>
            <a:ext cx="5388077" cy="1509449"/>
          </a:xfrm>
          <a:prstGeom prst="round2Diag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CAB5A0-8049-CAEE-7EE7-738C87F7E83B}"/>
              </a:ext>
            </a:extLst>
          </p:cNvPr>
          <p:cNvSpPr txBox="1"/>
          <p:nvPr/>
        </p:nvSpPr>
        <p:spPr>
          <a:xfrm>
            <a:off x="1474839" y="3941059"/>
            <a:ext cx="51417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7030A0"/>
                </a:solidFill>
              </a:rPr>
              <a:t>Peptide concentration of </a:t>
            </a:r>
            <a:r>
              <a:rPr lang="en-US" sz="2400" b="1" dirty="0">
                <a:solidFill>
                  <a:srgbClr val="7030A0"/>
                </a:solidFill>
              </a:rPr>
              <a:t>5-10pM</a:t>
            </a:r>
            <a:r>
              <a:rPr lang="en-US" sz="2400" dirty="0">
                <a:solidFill>
                  <a:srgbClr val="7030A0"/>
                </a:solidFill>
              </a:rPr>
              <a:t> causes half-maximal lysis of target cells by a cytolytic T lymphocyte (CTL) clone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EB2A039-10B3-2B98-6E35-A1FBC21EBC3B}"/>
              </a:ext>
            </a:extLst>
          </p:cNvPr>
          <p:cNvSpPr/>
          <p:nvPr/>
        </p:nvSpPr>
        <p:spPr>
          <a:xfrm>
            <a:off x="8736416" y="3652486"/>
            <a:ext cx="245806" cy="16714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1712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D8F2A-B5B8-1EC9-A0C9-1B5C586B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08191-6E28-4369-3D4B-65E7CF61B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5" y="228761"/>
            <a:ext cx="5294068" cy="335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03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4E3587-5849-D4B1-4871-31F8CA17F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64" y="205304"/>
            <a:ext cx="7283282" cy="338895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D2DA0C1-CC3B-1D0A-E2B8-F83BB2FFF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846" y="1197935"/>
            <a:ext cx="4318922" cy="535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5482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92E21-771B-6AA7-01FF-60012151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97C455-423E-995F-9924-5C5271C8A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68" y="321481"/>
            <a:ext cx="6953183" cy="2236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243F2A-756D-7863-A572-223D5B22F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57" y="81358"/>
            <a:ext cx="1934372" cy="691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7DBF91-E138-1161-BC1F-0B65BE611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993" y="801949"/>
            <a:ext cx="1906536" cy="5859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D1CF9-182C-051D-C3FF-A2E83821A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7690" y="1776875"/>
            <a:ext cx="4588742" cy="47596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172F24-BBF6-5817-C2BB-C99D24B1F66D}"/>
              </a:ext>
            </a:extLst>
          </p:cNvPr>
          <p:cNvSpPr txBox="1"/>
          <p:nvPr/>
        </p:nvSpPr>
        <p:spPr>
          <a:xfrm>
            <a:off x="582821" y="3346749"/>
            <a:ext cx="55269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Addressed how many cells need to be measured to find the average affinity of an antigen-specific polyclonal T cell  population, </a:t>
            </a:r>
            <a:r>
              <a:rPr lang="en-US" sz="2400" b="1" dirty="0" err="1">
                <a:solidFill>
                  <a:srgbClr val="7030A0"/>
                </a:solidFill>
              </a:rPr>
              <a:t>i.e</a:t>
            </a:r>
            <a:r>
              <a:rPr lang="en-US" sz="2400" b="1" dirty="0">
                <a:solidFill>
                  <a:srgbClr val="7030A0"/>
                </a:solidFill>
              </a:rPr>
              <a:t> 16 in number.</a:t>
            </a:r>
            <a:endParaRPr lang="en-IN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106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08FC2-14CF-62ED-1378-8C85C747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3AEA20-E8AD-F38E-204D-C5C544F41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4" y="74728"/>
            <a:ext cx="8337617" cy="21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11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553E8-496D-0D4C-54C7-41E60682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ure 4: Consequences of positive selection by 'private' versus 'public' peptides: a hypothesis.">
            <a:extLst>
              <a:ext uri="{FF2B5EF4-FFF2-40B4-BE49-F238E27FC236}">
                <a16:creationId xmlns:a16="http://schemas.microsoft.com/office/drawing/2014/main" id="{37256586-A9E4-A7BB-1CC7-8F2764B295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0"/>
          <a:stretch>
            <a:fillRect/>
          </a:stretch>
        </p:blipFill>
        <p:spPr bwMode="auto">
          <a:xfrm>
            <a:off x="1363170" y="1170039"/>
            <a:ext cx="10661682" cy="561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71F4AC-54EB-051D-30E4-9A54AF581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54" y="74729"/>
            <a:ext cx="3757917" cy="97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46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2585E-F4C2-2056-C721-8DECF5CB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9FABA7-4156-6C22-D4F5-86CEF6800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662" y="294571"/>
            <a:ext cx="4804338" cy="62688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7D7643-F4C7-1587-B6F7-BBF7A385E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50" y="294571"/>
            <a:ext cx="5376921" cy="9442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CA540A-58F3-9F36-D122-3ACC3E069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50" y="1238865"/>
            <a:ext cx="3511926" cy="9442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80128D-73BA-B509-13DF-7F0FEF05E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05" y="2785111"/>
            <a:ext cx="6457941" cy="27022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69271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F6C2-7C08-51E3-AA51-8EB1A30D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EEFF5-231A-719D-99DE-61141C805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432" y="2216720"/>
            <a:ext cx="8201523" cy="4093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7FE73A-E1D4-4F8E-E485-707EC0C2A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45" y="346463"/>
            <a:ext cx="4825880" cy="2093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20E7D-557B-CDF6-BF4A-DFB4C96BC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417" y="274164"/>
            <a:ext cx="2508706" cy="68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42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4525</TotalTime>
  <Words>951</Words>
  <Application>Microsoft Office PowerPoint</Application>
  <PresentationFormat>Widescreen</PresentationFormat>
  <Paragraphs>152</Paragraphs>
  <Slides>40</Slides>
  <Notes>5</Notes>
  <HiddenSlides>1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Abadi ExtraLight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Manpreet Kour</dc:creator>
  <cp:lastModifiedBy>Manpreet Kour</cp:lastModifiedBy>
  <cp:revision>1</cp:revision>
  <dcterms:created xsi:type="dcterms:W3CDTF">2026-01-05T17:41:41Z</dcterms:created>
  <dcterms:modified xsi:type="dcterms:W3CDTF">2026-04-26T08:13:38Z</dcterms:modified>
</cp:coreProperties>
</file>